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2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58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1CA68-B762-D644-AF92-A5A519FCE93E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E47E5-DE82-B245-83C8-D6326C9F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27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vulcanhammer.net</a:t>
            </a:r>
            <a:r>
              <a:rPr lang="en-US" dirty="0"/>
              <a:t>/2022/07/16/an-overview-of-</a:t>
            </a:r>
            <a:r>
              <a:rPr lang="en-US" dirty="0" err="1"/>
              <a:t>mohr</a:t>
            </a:r>
            <a:r>
              <a:rPr lang="en-US" dirty="0"/>
              <a:t>-coulomb-failure-theory/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E47E5-DE82-B245-83C8-D6326C9F59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0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7C6B-8531-B4DA-50A7-D11DEF56E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D58C1-6C43-3AD6-68AC-46058A99C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7A824-AA51-ADD1-0734-47248A7BF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B75C4-EEDC-6EE7-9002-3A31BA2A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E4FBA-80CA-AEC6-930C-614201A4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8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C1A9-C771-FFEA-FC11-BA87D233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1C9C-1E5C-3444-AEF9-84D848FA7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474C9-C4C7-B5F2-BC59-76DD1BF3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7D01C-D9FC-6DE4-B8CC-C2ACE8DD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B8E80-2A2B-67BA-151E-1454D53C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3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2D61-4865-34F7-2066-019D297A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7C5E8-13A1-8AE8-F4DD-E53C7A2A0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CA84B-CECA-7D32-54AF-4F7299DB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E55A5-95A7-5D1C-3573-E081FE42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0DA2D-93CF-6700-B02D-CF9CAEDF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2746-1404-A196-A853-DA47A6A9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DABE1-8FAD-C571-E449-EDC908F9D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4CA36-28CE-6DBF-2BB8-9AFEA1AB2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21BED-FB88-CD5E-D5E9-74ED3260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70843-1DA7-32F5-F387-E482EAB7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8205C-0C62-A2A9-9412-E03C4BB4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4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AD07-85A3-1E16-1BC1-712E709C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F0590-0743-F9C4-7267-BAAFD20BC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F5AB3-704E-4678-0E02-ED209E4A2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732B6C-A5C3-5A0D-467D-0552AF673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6EEEA-D2D6-6239-8BD7-FAD075D3B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074BA-E5EA-E73C-7D24-802EF92B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912BF2-8B00-169E-895F-3CC52EF5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BD09D-DB94-C8B0-8122-546AF90A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11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4151-55C5-A2D3-228E-453E9D9C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126F4-07AF-280E-CA32-C9F601B9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2783A-C7D6-263D-FB50-20243173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A9A65-4698-A889-72B0-E41353BD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1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B123D-1F8D-C378-0123-A2AAB67E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D20D3-F2C8-4CE2-D38D-41066C3FC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9A846-FF79-24DC-594B-CD558988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38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A4B0-922A-5EDD-6E6C-19D57184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621EC-847A-42EE-F82A-7637CBD8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4BD23-C2F5-836A-BC31-44159FDEB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2C084-3073-C93D-70DB-8E24CD57B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44DAC-47F5-D403-BEB1-AD22810F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D2E24-E4E5-A3BF-ED38-4EC657E5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1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622D1-CB93-886F-29AA-C9B26C11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9E7D5D-C17D-96E3-89E9-04795F9E0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389BD-894A-D2CC-A1EA-238AE0679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4E7BA-A8CF-7A77-7E2C-27945F60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9D638-8923-336F-E940-766CB74F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B1C84-AE4D-227C-5BF3-2B875EB4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6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915C-6041-7FAE-0240-74C7B6A1C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62F71-2E51-41C9-E475-0B915125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D7613-D4F8-7F77-1052-CA70620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F43A3-A811-57C5-01AF-F4429E6D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58B08-ED2C-D6A8-12FD-1C0FE665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9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5D75D-E8EF-7D0D-6E31-011DD52FF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F4DD8-3798-598B-07BA-FEB60E02C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A194F-773C-C18C-5AB3-6E7FBD0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F6064-DC59-DCCD-363A-B282783E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7448B-44DA-728B-9E82-8938B4B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8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7E039A-7444-28DA-A12B-FA4B4388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A8F3B-0A84-702B-C560-116150718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557A4-E3D0-8B57-8C9B-59C2B2A64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E7EC3-E707-804E-AE11-4B88C010AF98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27479-EF69-87C8-799B-99762961C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7ADBF-1A98-3DFB-32A9-9D1149947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68777-0167-874B-A91A-B80EE371C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1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116D23-DBDE-7386-3296-7B2594A9C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529" y="1029533"/>
            <a:ext cx="7772400" cy="4994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BF9B7E-B622-68C0-36CF-84BCBFB8418F}"/>
              </a:ext>
            </a:extLst>
          </p:cNvPr>
          <p:cNvSpPr txBox="1"/>
          <p:nvPr/>
        </p:nvSpPr>
        <p:spPr>
          <a:xfrm>
            <a:off x="7667956" y="608396"/>
            <a:ext cx="348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In-plane = deviatoric = pure shear</a:t>
            </a:r>
            <a:br>
              <a:rPr lang="en-US" dirty="0"/>
            </a:br>
            <a:r>
              <a:rPr lang="en-US" dirty="0"/>
              <a:t>all move within that plane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534640-7C1F-1D6A-410F-47E692848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110" y="1839432"/>
            <a:ext cx="6478890" cy="295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413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F82D0-DD1E-71F9-43B5-A14CFAD7C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BC3F59-4956-1D87-E3E0-0F021AB8DD6F}"/>
              </a:ext>
            </a:extLst>
          </p:cNvPr>
          <p:cNvSpPr txBox="1"/>
          <p:nvPr/>
        </p:nvSpPr>
        <p:spPr>
          <a:xfrm>
            <a:off x="3296312" y="413090"/>
            <a:ext cx="6528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Distortional shear is on a new plane of </a:t>
            </a:r>
            <a:r>
              <a:rPr lang="en-US" dirty="0" err="1"/>
              <a:t>mohrs</a:t>
            </a:r>
            <a:r>
              <a:rPr lang="en-US" dirty="0"/>
              <a:t> </a:t>
            </a:r>
            <a:r>
              <a:rPr lang="en-US" dirty="0" err="1"/>
              <a:t>coloumb</a:t>
            </a:r>
            <a:r>
              <a:rPr lang="en-US" dirty="0"/>
              <a:t> envelope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AC3DCC-C458-31EC-E3B9-E02D0FA80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300" y="1595591"/>
            <a:ext cx="7772400" cy="4994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03DBD-4A9E-70CE-21EF-48CEB6C331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7367" t="10335" r="38095" b="29514"/>
          <a:stretch>
            <a:fillRect/>
          </a:stretch>
        </p:blipFill>
        <p:spPr>
          <a:xfrm>
            <a:off x="3633770" y="1821953"/>
            <a:ext cx="3870901" cy="33596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56364C-FF26-ED1F-2C69-25393DE27F82}"/>
              </a:ext>
            </a:extLst>
          </p:cNvPr>
          <p:cNvSpPr txBox="1"/>
          <p:nvPr/>
        </p:nvSpPr>
        <p:spPr>
          <a:xfrm>
            <a:off x="8469085" y="1524105"/>
            <a:ext cx="2904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Coupled shear is how the hexagons scale with one another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81E3E93-A3A5-806A-06AD-644BE19D8F3D}"/>
              </a:ext>
            </a:extLst>
          </p:cNvPr>
          <p:cNvSpPr/>
          <p:nvPr/>
        </p:nvSpPr>
        <p:spPr>
          <a:xfrm rot="4698250">
            <a:off x="6727372" y="3995057"/>
            <a:ext cx="217715" cy="74483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7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ACAA4-5E96-9DAD-0500-92780A36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08B91-D009-239B-0400-C90414EF2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isotropic Mohr–Coulomb case, a single pressure-dependent shear strength envelope is sufficient. In the transversely isotropic formulation, shear strength is direction-dependent, so separate pressure-dependent strength envelopes are assigned to different shear modes, and the full yield surface emerges from their combined constraint.</a:t>
            </a:r>
          </a:p>
        </p:txBody>
      </p:sp>
    </p:spTree>
    <p:extLst>
      <p:ext uri="{BB962C8B-B14F-4D97-AF65-F5344CB8AC3E}">
        <p14:creationId xmlns:p14="http://schemas.microsoft.com/office/powerpoint/2010/main" val="379420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99EF9E57-0105-56F9-7538-4699C84AE7C4}"/>
              </a:ext>
            </a:extLst>
          </p:cNvPr>
          <p:cNvGrpSpPr/>
          <p:nvPr/>
        </p:nvGrpSpPr>
        <p:grpSpPr>
          <a:xfrm>
            <a:off x="5981393" y="206064"/>
            <a:ext cx="4326904" cy="4239515"/>
            <a:chOff x="1463597" y="1601694"/>
            <a:chExt cx="2842659" cy="2785247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8338E87-CE7A-BD98-E4FD-01B1AC53160B}"/>
                </a:ext>
              </a:extLst>
            </p:cNvPr>
            <p:cNvCxnSpPr>
              <a:cxnSpLocks/>
              <a:endCxn id="69" idx="0"/>
            </p:cNvCxnSpPr>
            <p:nvPr/>
          </p:nvCxnSpPr>
          <p:spPr>
            <a:xfrm flipH="1">
              <a:off x="1470212" y="1620263"/>
              <a:ext cx="829395" cy="274341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78D0EB1-A884-3554-C911-FBC870CE9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597" y="2443309"/>
              <a:ext cx="2026928" cy="19436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riangle 37">
              <a:extLst>
                <a:ext uri="{FF2B5EF4-FFF2-40B4-BE49-F238E27FC236}">
                  <a16:creationId xmlns:a16="http://schemas.microsoft.com/office/drawing/2014/main" id="{8A63E4B8-D38C-A604-ABE9-7AB67138DC50}"/>
                </a:ext>
              </a:extLst>
            </p:cNvPr>
            <p:cNvSpPr/>
            <p:nvPr/>
          </p:nvSpPr>
          <p:spPr>
            <a:xfrm>
              <a:off x="2810457" y="3645153"/>
              <a:ext cx="1495799" cy="480171"/>
            </a:xfrm>
            <a:custGeom>
              <a:avLst/>
              <a:gdLst>
                <a:gd name="csX0" fmla="*/ 0 w 1842994"/>
                <a:gd name="csY0" fmla="*/ 567764 h 567764"/>
                <a:gd name="csX1" fmla="*/ 921497 w 1842994"/>
                <a:gd name="csY1" fmla="*/ 0 h 567764"/>
                <a:gd name="csX2" fmla="*/ 1842994 w 1842994"/>
                <a:gd name="csY2" fmla="*/ 567764 h 567764"/>
                <a:gd name="csX3" fmla="*/ 0 w 1842994"/>
                <a:gd name="csY3" fmla="*/ 567764 h 567764"/>
                <a:gd name="csX0" fmla="*/ 0 w 1842994"/>
                <a:gd name="csY0" fmla="*/ 1673411 h 1673411"/>
                <a:gd name="csX1" fmla="*/ 1602815 w 1842994"/>
                <a:gd name="csY1" fmla="*/ 0 h 1673411"/>
                <a:gd name="csX2" fmla="*/ 1842994 w 1842994"/>
                <a:gd name="csY2" fmla="*/ 1673411 h 1673411"/>
                <a:gd name="csX3" fmla="*/ 0 w 1842994"/>
                <a:gd name="csY3" fmla="*/ 1673411 h 1673411"/>
                <a:gd name="csX0" fmla="*/ 0 w 1602815"/>
                <a:gd name="csY0" fmla="*/ 1673411 h 1673411"/>
                <a:gd name="csX1" fmla="*/ 1602815 w 1602815"/>
                <a:gd name="csY1" fmla="*/ 0 h 1673411"/>
                <a:gd name="csX2" fmla="*/ 605865 w 1602815"/>
                <a:gd name="csY2" fmla="*/ 496046 h 1673411"/>
                <a:gd name="csX3" fmla="*/ 0 w 1602815"/>
                <a:gd name="csY3" fmla="*/ 1673411 h 1673411"/>
                <a:gd name="csX0" fmla="*/ 0 w 1435474"/>
                <a:gd name="csY0" fmla="*/ 388470 h 496046"/>
                <a:gd name="csX1" fmla="*/ 1435474 w 1435474"/>
                <a:gd name="csY1" fmla="*/ 0 h 496046"/>
                <a:gd name="csX2" fmla="*/ 438524 w 1435474"/>
                <a:gd name="csY2" fmla="*/ 496046 h 496046"/>
                <a:gd name="csX3" fmla="*/ 0 w 1435474"/>
                <a:gd name="csY3" fmla="*/ 388470 h 496046"/>
                <a:gd name="csX0" fmla="*/ 0 w 1473574"/>
                <a:gd name="csY0" fmla="*/ 407520 h 496046"/>
                <a:gd name="csX1" fmla="*/ 1473574 w 1473574"/>
                <a:gd name="csY1" fmla="*/ 0 h 496046"/>
                <a:gd name="csX2" fmla="*/ 476624 w 1473574"/>
                <a:gd name="csY2" fmla="*/ 496046 h 496046"/>
                <a:gd name="csX3" fmla="*/ 0 w 1473574"/>
                <a:gd name="csY3" fmla="*/ 407520 h 496046"/>
                <a:gd name="csX0" fmla="*/ 0 w 1495799"/>
                <a:gd name="csY0" fmla="*/ 391645 h 480171"/>
                <a:gd name="csX1" fmla="*/ 1495799 w 1495799"/>
                <a:gd name="csY1" fmla="*/ 0 h 480171"/>
                <a:gd name="csX2" fmla="*/ 476624 w 1495799"/>
                <a:gd name="csY2" fmla="*/ 480171 h 480171"/>
                <a:gd name="csX3" fmla="*/ 0 w 1495799"/>
                <a:gd name="csY3" fmla="*/ 391645 h 480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5799" h="480171">
                  <a:moveTo>
                    <a:pt x="0" y="391645"/>
                  </a:moveTo>
                  <a:lnTo>
                    <a:pt x="1495799" y="0"/>
                  </a:lnTo>
                  <a:lnTo>
                    <a:pt x="476624" y="480171"/>
                  </a:lnTo>
                  <a:lnTo>
                    <a:pt x="0" y="3916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riangle 38">
              <a:extLst>
                <a:ext uri="{FF2B5EF4-FFF2-40B4-BE49-F238E27FC236}">
                  <a16:creationId xmlns:a16="http://schemas.microsoft.com/office/drawing/2014/main" id="{1B8F3421-48F7-9ECC-8AA9-B0AEDEDF94E4}"/>
                </a:ext>
              </a:extLst>
            </p:cNvPr>
            <p:cNvSpPr/>
            <p:nvPr/>
          </p:nvSpPr>
          <p:spPr>
            <a:xfrm>
              <a:off x="1865606" y="1601694"/>
              <a:ext cx="439746" cy="1384033"/>
            </a:xfrm>
            <a:custGeom>
              <a:avLst/>
              <a:gdLst>
                <a:gd name="csX0" fmla="*/ 0 w 1202219"/>
                <a:gd name="csY0" fmla="*/ 379986 h 379986"/>
                <a:gd name="csX1" fmla="*/ 601110 w 1202219"/>
                <a:gd name="csY1" fmla="*/ 0 h 379986"/>
                <a:gd name="csX2" fmla="*/ 1202219 w 1202219"/>
                <a:gd name="csY2" fmla="*/ 379986 h 379986"/>
                <a:gd name="csX3" fmla="*/ 0 w 1202219"/>
                <a:gd name="csY3" fmla="*/ 379986 h 379986"/>
                <a:gd name="csX0" fmla="*/ 0 w 1698266"/>
                <a:gd name="csY0" fmla="*/ 1372080 h 1372080"/>
                <a:gd name="csX1" fmla="*/ 1097157 w 1698266"/>
                <a:gd name="csY1" fmla="*/ 0 h 1372080"/>
                <a:gd name="csX2" fmla="*/ 1698266 w 1698266"/>
                <a:gd name="csY2" fmla="*/ 379986 h 1372080"/>
                <a:gd name="csX3" fmla="*/ 0 w 1698266"/>
                <a:gd name="csY3" fmla="*/ 1372080 h 1372080"/>
                <a:gd name="csX0" fmla="*/ 0 w 1698266"/>
                <a:gd name="csY0" fmla="*/ 1079233 h 1079233"/>
                <a:gd name="csX1" fmla="*/ 415840 w 1698266"/>
                <a:gd name="csY1" fmla="*/ 0 h 1079233"/>
                <a:gd name="csX2" fmla="*/ 1698266 w 1698266"/>
                <a:gd name="csY2" fmla="*/ 87139 h 1079233"/>
                <a:gd name="csX3" fmla="*/ 0 w 1698266"/>
                <a:gd name="csY3" fmla="*/ 1079233 h 1079233"/>
                <a:gd name="csX0" fmla="*/ 0 w 415840"/>
                <a:gd name="csY0" fmla="*/ 1079233 h 1378056"/>
                <a:gd name="csX1" fmla="*/ 415840 w 415840"/>
                <a:gd name="csY1" fmla="*/ 0 h 1378056"/>
                <a:gd name="csX2" fmla="*/ 18877 w 415840"/>
                <a:gd name="csY2" fmla="*/ 1378056 h 1378056"/>
                <a:gd name="csX3" fmla="*/ 0 w 415840"/>
                <a:gd name="csY3" fmla="*/ 1079233 h 1378056"/>
                <a:gd name="csX0" fmla="*/ 0 w 439746"/>
                <a:gd name="csY0" fmla="*/ 1085210 h 1384033"/>
                <a:gd name="csX1" fmla="*/ 439746 w 439746"/>
                <a:gd name="csY1" fmla="*/ 0 h 1384033"/>
                <a:gd name="csX2" fmla="*/ 18877 w 439746"/>
                <a:gd name="csY2" fmla="*/ 1384033 h 1384033"/>
                <a:gd name="csX3" fmla="*/ 0 w 439746"/>
                <a:gd name="csY3" fmla="*/ 1085210 h 1384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746" h="1384033">
                  <a:moveTo>
                    <a:pt x="0" y="1085210"/>
                  </a:moveTo>
                  <a:lnTo>
                    <a:pt x="439746" y="0"/>
                  </a:lnTo>
                  <a:lnTo>
                    <a:pt x="18877" y="1384033"/>
                  </a:lnTo>
                  <a:lnTo>
                    <a:pt x="0" y="10852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Parallelogram 28">
              <a:extLst>
                <a:ext uri="{FF2B5EF4-FFF2-40B4-BE49-F238E27FC236}">
                  <a16:creationId xmlns:a16="http://schemas.microsoft.com/office/drawing/2014/main" id="{A61BD211-33AD-922F-C4E3-18DFD4A1CDDE}"/>
                </a:ext>
              </a:extLst>
            </p:cNvPr>
            <p:cNvSpPr/>
            <p:nvPr/>
          </p:nvSpPr>
          <p:spPr>
            <a:xfrm>
              <a:off x="1470212" y="2695390"/>
              <a:ext cx="1782883" cy="1668287"/>
            </a:xfrm>
            <a:custGeom>
              <a:avLst/>
              <a:gdLst>
                <a:gd name="csX0" fmla="*/ 0 w 879075"/>
                <a:gd name="csY0" fmla="*/ 1004899 h 1004899"/>
                <a:gd name="csX1" fmla="*/ 219769 w 879075"/>
                <a:gd name="csY1" fmla="*/ 0 h 1004899"/>
                <a:gd name="csX2" fmla="*/ 879075 w 879075"/>
                <a:gd name="csY2" fmla="*/ 0 h 1004899"/>
                <a:gd name="csX3" fmla="*/ 659306 w 879075"/>
                <a:gd name="csY3" fmla="*/ 1004899 h 1004899"/>
                <a:gd name="csX4" fmla="*/ 0 w 879075"/>
                <a:gd name="csY4" fmla="*/ 1004899 h 1004899"/>
                <a:gd name="csX0" fmla="*/ 0 w 2613612"/>
                <a:gd name="csY0" fmla="*/ 1004899 h 1602546"/>
                <a:gd name="csX1" fmla="*/ 219769 w 2613612"/>
                <a:gd name="csY1" fmla="*/ 0 h 1602546"/>
                <a:gd name="csX2" fmla="*/ 879075 w 2613612"/>
                <a:gd name="csY2" fmla="*/ 0 h 1602546"/>
                <a:gd name="csX3" fmla="*/ 2613612 w 2613612"/>
                <a:gd name="csY3" fmla="*/ 1602546 h 1602546"/>
                <a:gd name="csX4" fmla="*/ 0 w 2613612"/>
                <a:gd name="csY4" fmla="*/ 1004899 h 1602546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659306 w 2393843"/>
                <a:gd name="csY2" fmla="*/ 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1053753 w 2393843"/>
                <a:gd name="csY2" fmla="*/ 132080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442793 w 1782883"/>
                <a:gd name="csY2" fmla="*/ 1147482 h 1668287"/>
                <a:gd name="csX3" fmla="*/ 1782883 w 1782883"/>
                <a:gd name="csY3" fmla="*/ 1429228 h 1668287"/>
                <a:gd name="csX4" fmla="*/ 0 w 1782883"/>
                <a:gd name="csY4" fmla="*/ 1668287 h 1668287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526463 w 1782883"/>
                <a:gd name="csY2" fmla="*/ 1165411 h 1668287"/>
                <a:gd name="csX3" fmla="*/ 1782883 w 1782883"/>
                <a:gd name="csY3" fmla="*/ 1429228 h 1668287"/>
                <a:gd name="csX4" fmla="*/ 0 w 1782883"/>
                <a:gd name="csY4" fmla="*/ 1668287 h 16682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82883" h="1668287">
                  <a:moveTo>
                    <a:pt x="0" y="1668287"/>
                  </a:moveTo>
                  <a:lnTo>
                    <a:pt x="393087" y="0"/>
                  </a:lnTo>
                  <a:lnTo>
                    <a:pt x="526463" y="1165411"/>
                  </a:lnTo>
                  <a:lnTo>
                    <a:pt x="1782883" y="1429228"/>
                  </a:lnTo>
                  <a:lnTo>
                    <a:pt x="0" y="166828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4">
              <a:extLst>
                <a:ext uri="{FF2B5EF4-FFF2-40B4-BE49-F238E27FC236}">
                  <a16:creationId xmlns:a16="http://schemas.microsoft.com/office/drawing/2014/main" id="{949EF9C5-670C-19AB-A1F7-7BD03A55F1E2}"/>
                </a:ext>
              </a:extLst>
            </p:cNvPr>
            <p:cNvSpPr/>
            <p:nvPr/>
          </p:nvSpPr>
          <p:spPr>
            <a:xfrm>
              <a:off x="1856081" y="1603349"/>
              <a:ext cx="2431358" cy="2510329"/>
            </a:xfrm>
            <a:custGeom>
              <a:avLst/>
              <a:gdLst>
                <a:gd name="csX0" fmla="*/ 0 w 2917372"/>
                <a:gd name="csY0" fmla="*/ 1333500 h 2667000"/>
                <a:gd name="csX1" fmla="*/ 666750 w 2917372"/>
                <a:gd name="csY1" fmla="*/ 1 h 2667000"/>
                <a:gd name="csX2" fmla="*/ 2250622 w 2917372"/>
                <a:gd name="csY2" fmla="*/ 1 h 2667000"/>
                <a:gd name="csX3" fmla="*/ 2917372 w 2917372"/>
                <a:gd name="csY3" fmla="*/ 1333500 h 2667000"/>
                <a:gd name="csX4" fmla="*/ 2250622 w 2917372"/>
                <a:gd name="csY4" fmla="*/ 2666999 h 2667000"/>
                <a:gd name="csX5" fmla="*/ 666750 w 2917372"/>
                <a:gd name="csY5" fmla="*/ 2666999 h 2667000"/>
                <a:gd name="csX6" fmla="*/ 0 w 2917372"/>
                <a:gd name="csY6" fmla="*/ 1333500 h 2667000"/>
                <a:gd name="csX0" fmla="*/ 2838450 w 5755822"/>
                <a:gd name="csY0" fmla="*/ 1344385 h 2677884"/>
                <a:gd name="csX1" fmla="*/ 0 w 5755822"/>
                <a:gd name="csY1" fmla="*/ 0 h 2677884"/>
                <a:gd name="csX2" fmla="*/ 5089072 w 5755822"/>
                <a:gd name="csY2" fmla="*/ 10886 h 2677884"/>
                <a:gd name="csX3" fmla="*/ 5755822 w 5755822"/>
                <a:gd name="csY3" fmla="*/ 1344385 h 2677884"/>
                <a:gd name="csX4" fmla="*/ 5089072 w 5755822"/>
                <a:gd name="csY4" fmla="*/ 2677884 h 2677884"/>
                <a:gd name="csX5" fmla="*/ 3505200 w 5755822"/>
                <a:gd name="csY5" fmla="*/ 2677884 h 2677884"/>
                <a:gd name="csX6" fmla="*/ 2838450 w 5755822"/>
                <a:gd name="csY6" fmla="*/ 13443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3867150 w 6117772"/>
                <a:gd name="csY5" fmla="*/ 2677884 h 2677884"/>
                <a:gd name="csX6" fmla="*/ 0 w 6117772"/>
                <a:gd name="csY6" fmla="*/ 11919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111578 w 6117772"/>
                <a:gd name="csY5" fmla="*/ 2427513 h 2677884"/>
                <a:gd name="csX6" fmla="*/ 0 w 6117772"/>
                <a:gd name="csY6" fmla="*/ 1191985 h 2677884"/>
                <a:gd name="csX0" fmla="*/ 0 w 6117772"/>
                <a:gd name="csY0" fmla="*/ 1191985 h 2547255"/>
                <a:gd name="csX1" fmla="*/ 361950 w 6117772"/>
                <a:gd name="csY1" fmla="*/ 0 h 2547255"/>
                <a:gd name="csX2" fmla="*/ 5451022 w 6117772"/>
                <a:gd name="csY2" fmla="*/ 10886 h 2547255"/>
                <a:gd name="csX3" fmla="*/ 6117772 w 6117772"/>
                <a:gd name="csY3" fmla="*/ 1344385 h 2547255"/>
                <a:gd name="csX4" fmla="*/ 1445079 w 6117772"/>
                <a:gd name="csY4" fmla="*/ 2547255 h 2547255"/>
                <a:gd name="csX5" fmla="*/ 111578 w 6117772"/>
                <a:gd name="csY5" fmla="*/ 2427513 h 2547255"/>
                <a:gd name="csX6" fmla="*/ 0 w 611777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275115 w 5451022"/>
                <a:gd name="csY3" fmla="*/ 1311728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373087 w 5451022"/>
                <a:gd name="csY3" fmla="*/ 2117271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053193 w 2373087"/>
                <a:gd name="csY2" fmla="*/ 1066801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782536 w 2373087"/>
                <a:gd name="csY2" fmla="*/ 925287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460173"/>
                <a:gd name="csY0" fmla="*/ 1191985 h 2547255"/>
                <a:gd name="csX1" fmla="*/ 361950 w 2460173"/>
                <a:gd name="csY1" fmla="*/ 0 h 2547255"/>
                <a:gd name="csX2" fmla="*/ 1782536 w 2460173"/>
                <a:gd name="csY2" fmla="*/ 925287 h 2547255"/>
                <a:gd name="csX3" fmla="*/ 2460173 w 2460173"/>
                <a:gd name="csY3" fmla="*/ 2095500 h 2547255"/>
                <a:gd name="csX4" fmla="*/ 1445079 w 2460173"/>
                <a:gd name="csY4" fmla="*/ 2547255 h 2547255"/>
                <a:gd name="csX5" fmla="*/ 111578 w 2460173"/>
                <a:gd name="csY5" fmla="*/ 2427513 h 2547255"/>
                <a:gd name="csX6" fmla="*/ 0 w 2460173"/>
                <a:gd name="csY6" fmla="*/ 1191985 h 2547255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782536 w 2460173"/>
                <a:gd name="csY2" fmla="*/ 936173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641021 w 2460173"/>
                <a:gd name="csY2" fmla="*/ 870858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11578 w 2449288"/>
                <a:gd name="csY5" fmla="*/ 2438399 h 2558141"/>
                <a:gd name="csX6" fmla="*/ 0 w 2449288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55121 w 2449288"/>
                <a:gd name="csY5" fmla="*/ 2394856 h 2558141"/>
                <a:gd name="csX6" fmla="*/ 0 w 2449288"/>
                <a:gd name="csY6" fmla="*/ 1202871 h 2558141"/>
                <a:gd name="csX0" fmla="*/ 0 w 2431358"/>
                <a:gd name="csY0" fmla="*/ 1107248 h 2558141"/>
                <a:gd name="csX1" fmla="*/ 420220 w 2431358"/>
                <a:gd name="csY1" fmla="*/ 0 h 2558141"/>
                <a:gd name="csX2" fmla="*/ 1623091 w 2431358"/>
                <a:gd name="csY2" fmla="*/ 870858 h 2558141"/>
                <a:gd name="csX3" fmla="*/ 2431358 w 2431358"/>
                <a:gd name="csY3" fmla="*/ 2095500 h 2558141"/>
                <a:gd name="csX4" fmla="*/ 1427149 w 2431358"/>
                <a:gd name="csY4" fmla="*/ 2558141 h 2558141"/>
                <a:gd name="csX5" fmla="*/ 137191 w 2431358"/>
                <a:gd name="csY5" fmla="*/ 2394856 h 2558141"/>
                <a:gd name="csX6" fmla="*/ 0 w 2431358"/>
                <a:gd name="csY6" fmla="*/ 1107248 h 2558141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7191 w 2431358"/>
                <a:gd name="csY5" fmla="*/ 2347044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07308 w 2431358"/>
                <a:gd name="csY5" fmla="*/ 2239467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1214 w 2431358"/>
                <a:gd name="csY5" fmla="*/ 2251420 h 2510329"/>
                <a:gd name="csX6" fmla="*/ 0 w 2431358"/>
                <a:gd name="csY6" fmla="*/ 1059436 h 2510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31358" h="2510329">
                  <a:moveTo>
                    <a:pt x="0" y="1059436"/>
                  </a:moveTo>
                  <a:lnTo>
                    <a:pt x="432173" y="0"/>
                  </a:lnTo>
                  <a:lnTo>
                    <a:pt x="1623091" y="823046"/>
                  </a:lnTo>
                  <a:lnTo>
                    <a:pt x="2431358" y="2047688"/>
                  </a:lnTo>
                  <a:lnTo>
                    <a:pt x="1427149" y="2510329"/>
                  </a:lnTo>
                  <a:lnTo>
                    <a:pt x="131214" y="2251420"/>
                  </a:lnTo>
                  <a:lnTo>
                    <a:pt x="0" y="1059436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C00000">
                    <a:alpha val="58765"/>
                  </a:srgbClr>
                </a:gs>
                <a:gs pos="60000">
                  <a:srgbClr val="C00000">
                    <a:alpha val="13249"/>
                  </a:srgbClr>
                </a:gs>
                <a:gs pos="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781D4BC-AD33-77D7-97EB-CDCFF9D4DD1C}"/>
              </a:ext>
            </a:extLst>
          </p:cNvPr>
          <p:cNvGrpSpPr/>
          <p:nvPr/>
        </p:nvGrpSpPr>
        <p:grpSpPr>
          <a:xfrm>
            <a:off x="383311" y="1934136"/>
            <a:ext cx="4256315" cy="4191000"/>
            <a:chOff x="446314" y="1175657"/>
            <a:chExt cx="4256315" cy="41910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7FE5323-1FA2-DF24-43BA-6C2B32FFBE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314" y="4354285"/>
              <a:ext cx="1034143" cy="10123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3CF4289-9270-68C5-A459-3AE1998D4501}"/>
                </a:ext>
              </a:extLst>
            </p:cNvPr>
            <p:cNvCxnSpPr>
              <a:cxnSpLocks/>
            </p:cNvCxnSpPr>
            <p:nvPr/>
          </p:nvCxnSpPr>
          <p:spPr>
            <a:xfrm>
              <a:off x="1480457" y="4354285"/>
              <a:ext cx="24492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2A02817-34F5-0FFA-664A-914D57044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1175657"/>
              <a:ext cx="76200" cy="3211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9FF7521-3331-9E54-4F12-FE629FE7DA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1415143"/>
              <a:ext cx="3222172" cy="29717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BEEE76E-BEA8-C581-FCA1-1DE7EFC73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597" y="2443309"/>
              <a:ext cx="2026928" cy="194363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riangle 37">
              <a:extLst>
                <a:ext uri="{FF2B5EF4-FFF2-40B4-BE49-F238E27FC236}">
                  <a16:creationId xmlns:a16="http://schemas.microsoft.com/office/drawing/2014/main" id="{140AD0A3-0C8E-E3F6-5AF8-A18C90C4E2C3}"/>
                </a:ext>
              </a:extLst>
            </p:cNvPr>
            <p:cNvSpPr/>
            <p:nvPr/>
          </p:nvSpPr>
          <p:spPr>
            <a:xfrm>
              <a:off x="2791603" y="3626299"/>
              <a:ext cx="1495799" cy="480171"/>
            </a:xfrm>
            <a:custGeom>
              <a:avLst/>
              <a:gdLst>
                <a:gd name="csX0" fmla="*/ 0 w 1842994"/>
                <a:gd name="csY0" fmla="*/ 567764 h 567764"/>
                <a:gd name="csX1" fmla="*/ 921497 w 1842994"/>
                <a:gd name="csY1" fmla="*/ 0 h 567764"/>
                <a:gd name="csX2" fmla="*/ 1842994 w 1842994"/>
                <a:gd name="csY2" fmla="*/ 567764 h 567764"/>
                <a:gd name="csX3" fmla="*/ 0 w 1842994"/>
                <a:gd name="csY3" fmla="*/ 567764 h 567764"/>
                <a:gd name="csX0" fmla="*/ 0 w 1842994"/>
                <a:gd name="csY0" fmla="*/ 1673411 h 1673411"/>
                <a:gd name="csX1" fmla="*/ 1602815 w 1842994"/>
                <a:gd name="csY1" fmla="*/ 0 h 1673411"/>
                <a:gd name="csX2" fmla="*/ 1842994 w 1842994"/>
                <a:gd name="csY2" fmla="*/ 1673411 h 1673411"/>
                <a:gd name="csX3" fmla="*/ 0 w 1842994"/>
                <a:gd name="csY3" fmla="*/ 1673411 h 1673411"/>
                <a:gd name="csX0" fmla="*/ 0 w 1602815"/>
                <a:gd name="csY0" fmla="*/ 1673411 h 1673411"/>
                <a:gd name="csX1" fmla="*/ 1602815 w 1602815"/>
                <a:gd name="csY1" fmla="*/ 0 h 1673411"/>
                <a:gd name="csX2" fmla="*/ 605865 w 1602815"/>
                <a:gd name="csY2" fmla="*/ 496046 h 1673411"/>
                <a:gd name="csX3" fmla="*/ 0 w 1602815"/>
                <a:gd name="csY3" fmla="*/ 1673411 h 1673411"/>
                <a:gd name="csX0" fmla="*/ 0 w 1435474"/>
                <a:gd name="csY0" fmla="*/ 388470 h 496046"/>
                <a:gd name="csX1" fmla="*/ 1435474 w 1435474"/>
                <a:gd name="csY1" fmla="*/ 0 h 496046"/>
                <a:gd name="csX2" fmla="*/ 438524 w 1435474"/>
                <a:gd name="csY2" fmla="*/ 496046 h 496046"/>
                <a:gd name="csX3" fmla="*/ 0 w 1435474"/>
                <a:gd name="csY3" fmla="*/ 388470 h 496046"/>
                <a:gd name="csX0" fmla="*/ 0 w 1473574"/>
                <a:gd name="csY0" fmla="*/ 407520 h 496046"/>
                <a:gd name="csX1" fmla="*/ 1473574 w 1473574"/>
                <a:gd name="csY1" fmla="*/ 0 h 496046"/>
                <a:gd name="csX2" fmla="*/ 476624 w 1473574"/>
                <a:gd name="csY2" fmla="*/ 496046 h 496046"/>
                <a:gd name="csX3" fmla="*/ 0 w 1473574"/>
                <a:gd name="csY3" fmla="*/ 407520 h 496046"/>
                <a:gd name="csX0" fmla="*/ 0 w 1495799"/>
                <a:gd name="csY0" fmla="*/ 391645 h 480171"/>
                <a:gd name="csX1" fmla="*/ 1495799 w 1495799"/>
                <a:gd name="csY1" fmla="*/ 0 h 480171"/>
                <a:gd name="csX2" fmla="*/ 476624 w 1495799"/>
                <a:gd name="csY2" fmla="*/ 480171 h 480171"/>
                <a:gd name="csX3" fmla="*/ 0 w 1495799"/>
                <a:gd name="csY3" fmla="*/ 391645 h 480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5799" h="480171">
                  <a:moveTo>
                    <a:pt x="0" y="391645"/>
                  </a:moveTo>
                  <a:lnTo>
                    <a:pt x="1495799" y="0"/>
                  </a:lnTo>
                  <a:lnTo>
                    <a:pt x="476624" y="480171"/>
                  </a:lnTo>
                  <a:lnTo>
                    <a:pt x="0" y="3916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40F26946-4271-0BD7-A7B2-B883BA289CE1}"/>
                </a:ext>
              </a:extLst>
            </p:cNvPr>
            <p:cNvSpPr/>
            <p:nvPr/>
          </p:nvSpPr>
          <p:spPr>
            <a:xfrm>
              <a:off x="1865606" y="1601694"/>
              <a:ext cx="439746" cy="1384033"/>
            </a:xfrm>
            <a:custGeom>
              <a:avLst/>
              <a:gdLst>
                <a:gd name="csX0" fmla="*/ 0 w 1202219"/>
                <a:gd name="csY0" fmla="*/ 379986 h 379986"/>
                <a:gd name="csX1" fmla="*/ 601110 w 1202219"/>
                <a:gd name="csY1" fmla="*/ 0 h 379986"/>
                <a:gd name="csX2" fmla="*/ 1202219 w 1202219"/>
                <a:gd name="csY2" fmla="*/ 379986 h 379986"/>
                <a:gd name="csX3" fmla="*/ 0 w 1202219"/>
                <a:gd name="csY3" fmla="*/ 379986 h 379986"/>
                <a:gd name="csX0" fmla="*/ 0 w 1698266"/>
                <a:gd name="csY0" fmla="*/ 1372080 h 1372080"/>
                <a:gd name="csX1" fmla="*/ 1097157 w 1698266"/>
                <a:gd name="csY1" fmla="*/ 0 h 1372080"/>
                <a:gd name="csX2" fmla="*/ 1698266 w 1698266"/>
                <a:gd name="csY2" fmla="*/ 379986 h 1372080"/>
                <a:gd name="csX3" fmla="*/ 0 w 1698266"/>
                <a:gd name="csY3" fmla="*/ 1372080 h 1372080"/>
                <a:gd name="csX0" fmla="*/ 0 w 1698266"/>
                <a:gd name="csY0" fmla="*/ 1079233 h 1079233"/>
                <a:gd name="csX1" fmla="*/ 415840 w 1698266"/>
                <a:gd name="csY1" fmla="*/ 0 h 1079233"/>
                <a:gd name="csX2" fmla="*/ 1698266 w 1698266"/>
                <a:gd name="csY2" fmla="*/ 87139 h 1079233"/>
                <a:gd name="csX3" fmla="*/ 0 w 1698266"/>
                <a:gd name="csY3" fmla="*/ 1079233 h 1079233"/>
                <a:gd name="csX0" fmla="*/ 0 w 415840"/>
                <a:gd name="csY0" fmla="*/ 1079233 h 1378056"/>
                <a:gd name="csX1" fmla="*/ 415840 w 415840"/>
                <a:gd name="csY1" fmla="*/ 0 h 1378056"/>
                <a:gd name="csX2" fmla="*/ 18877 w 415840"/>
                <a:gd name="csY2" fmla="*/ 1378056 h 1378056"/>
                <a:gd name="csX3" fmla="*/ 0 w 415840"/>
                <a:gd name="csY3" fmla="*/ 1079233 h 1378056"/>
                <a:gd name="csX0" fmla="*/ 0 w 439746"/>
                <a:gd name="csY0" fmla="*/ 1085210 h 1384033"/>
                <a:gd name="csX1" fmla="*/ 439746 w 439746"/>
                <a:gd name="csY1" fmla="*/ 0 h 1384033"/>
                <a:gd name="csX2" fmla="*/ 18877 w 439746"/>
                <a:gd name="csY2" fmla="*/ 1384033 h 1384033"/>
                <a:gd name="csX3" fmla="*/ 0 w 439746"/>
                <a:gd name="csY3" fmla="*/ 1085210 h 1384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746" h="1384033">
                  <a:moveTo>
                    <a:pt x="0" y="1085210"/>
                  </a:moveTo>
                  <a:lnTo>
                    <a:pt x="439746" y="0"/>
                  </a:lnTo>
                  <a:lnTo>
                    <a:pt x="18877" y="1384033"/>
                  </a:lnTo>
                  <a:lnTo>
                    <a:pt x="0" y="10852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DB88FC51-AEFD-F449-6076-D70138AB606A}"/>
                </a:ext>
              </a:extLst>
            </p:cNvPr>
            <p:cNvSpPr/>
            <p:nvPr/>
          </p:nvSpPr>
          <p:spPr>
            <a:xfrm>
              <a:off x="1471712" y="2684877"/>
              <a:ext cx="1782883" cy="1668287"/>
            </a:xfrm>
            <a:custGeom>
              <a:avLst/>
              <a:gdLst>
                <a:gd name="csX0" fmla="*/ 0 w 879075"/>
                <a:gd name="csY0" fmla="*/ 1004899 h 1004899"/>
                <a:gd name="csX1" fmla="*/ 219769 w 879075"/>
                <a:gd name="csY1" fmla="*/ 0 h 1004899"/>
                <a:gd name="csX2" fmla="*/ 879075 w 879075"/>
                <a:gd name="csY2" fmla="*/ 0 h 1004899"/>
                <a:gd name="csX3" fmla="*/ 659306 w 879075"/>
                <a:gd name="csY3" fmla="*/ 1004899 h 1004899"/>
                <a:gd name="csX4" fmla="*/ 0 w 879075"/>
                <a:gd name="csY4" fmla="*/ 1004899 h 1004899"/>
                <a:gd name="csX0" fmla="*/ 0 w 2613612"/>
                <a:gd name="csY0" fmla="*/ 1004899 h 1602546"/>
                <a:gd name="csX1" fmla="*/ 219769 w 2613612"/>
                <a:gd name="csY1" fmla="*/ 0 h 1602546"/>
                <a:gd name="csX2" fmla="*/ 879075 w 2613612"/>
                <a:gd name="csY2" fmla="*/ 0 h 1602546"/>
                <a:gd name="csX3" fmla="*/ 2613612 w 2613612"/>
                <a:gd name="csY3" fmla="*/ 1602546 h 1602546"/>
                <a:gd name="csX4" fmla="*/ 0 w 2613612"/>
                <a:gd name="csY4" fmla="*/ 1004899 h 1602546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659306 w 2393843"/>
                <a:gd name="csY2" fmla="*/ 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1053753 w 2393843"/>
                <a:gd name="csY2" fmla="*/ 132080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442793 w 1782883"/>
                <a:gd name="csY2" fmla="*/ 1147482 h 1668287"/>
                <a:gd name="csX3" fmla="*/ 1782883 w 1782883"/>
                <a:gd name="csY3" fmla="*/ 1429228 h 1668287"/>
                <a:gd name="csX4" fmla="*/ 0 w 1782883"/>
                <a:gd name="csY4" fmla="*/ 1668287 h 1668287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526463 w 1782883"/>
                <a:gd name="csY2" fmla="*/ 1165411 h 1668287"/>
                <a:gd name="csX3" fmla="*/ 1782883 w 1782883"/>
                <a:gd name="csY3" fmla="*/ 1429228 h 1668287"/>
                <a:gd name="csX4" fmla="*/ 0 w 1782883"/>
                <a:gd name="csY4" fmla="*/ 1668287 h 16682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82883" h="1668287">
                  <a:moveTo>
                    <a:pt x="0" y="1668287"/>
                  </a:moveTo>
                  <a:lnTo>
                    <a:pt x="393087" y="0"/>
                  </a:lnTo>
                  <a:lnTo>
                    <a:pt x="526463" y="1165411"/>
                  </a:lnTo>
                  <a:lnTo>
                    <a:pt x="1782883" y="1429228"/>
                  </a:lnTo>
                  <a:lnTo>
                    <a:pt x="0" y="1668287"/>
                  </a:lnTo>
                  <a:close/>
                </a:path>
              </a:pathLst>
            </a:custGeom>
            <a:solidFill>
              <a:schemeClr val="bg1">
                <a:lumMod val="75000"/>
                <a:alpha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Hexagon 4">
              <a:extLst>
                <a:ext uri="{FF2B5EF4-FFF2-40B4-BE49-F238E27FC236}">
                  <a16:creationId xmlns:a16="http://schemas.microsoft.com/office/drawing/2014/main" id="{0F9619C3-CD7C-9262-55D2-BE113BA77828}"/>
                </a:ext>
              </a:extLst>
            </p:cNvPr>
            <p:cNvSpPr/>
            <p:nvPr/>
          </p:nvSpPr>
          <p:spPr>
            <a:xfrm>
              <a:off x="1856081" y="1603350"/>
              <a:ext cx="2431358" cy="2503120"/>
            </a:xfrm>
            <a:custGeom>
              <a:avLst/>
              <a:gdLst>
                <a:gd name="csX0" fmla="*/ 0 w 2917372"/>
                <a:gd name="csY0" fmla="*/ 1333500 h 2667000"/>
                <a:gd name="csX1" fmla="*/ 666750 w 2917372"/>
                <a:gd name="csY1" fmla="*/ 1 h 2667000"/>
                <a:gd name="csX2" fmla="*/ 2250622 w 2917372"/>
                <a:gd name="csY2" fmla="*/ 1 h 2667000"/>
                <a:gd name="csX3" fmla="*/ 2917372 w 2917372"/>
                <a:gd name="csY3" fmla="*/ 1333500 h 2667000"/>
                <a:gd name="csX4" fmla="*/ 2250622 w 2917372"/>
                <a:gd name="csY4" fmla="*/ 2666999 h 2667000"/>
                <a:gd name="csX5" fmla="*/ 666750 w 2917372"/>
                <a:gd name="csY5" fmla="*/ 2666999 h 2667000"/>
                <a:gd name="csX6" fmla="*/ 0 w 2917372"/>
                <a:gd name="csY6" fmla="*/ 1333500 h 2667000"/>
                <a:gd name="csX0" fmla="*/ 2838450 w 5755822"/>
                <a:gd name="csY0" fmla="*/ 1344385 h 2677884"/>
                <a:gd name="csX1" fmla="*/ 0 w 5755822"/>
                <a:gd name="csY1" fmla="*/ 0 h 2677884"/>
                <a:gd name="csX2" fmla="*/ 5089072 w 5755822"/>
                <a:gd name="csY2" fmla="*/ 10886 h 2677884"/>
                <a:gd name="csX3" fmla="*/ 5755822 w 5755822"/>
                <a:gd name="csY3" fmla="*/ 1344385 h 2677884"/>
                <a:gd name="csX4" fmla="*/ 5089072 w 5755822"/>
                <a:gd name="csY4" fmla="*/ 2677884 h 2677884"/>
                <a:gd name="csX5" fmla="*/ 3505200 w 5755822"/>
                <a:gd name="csY5" fmla="*/ 2677884 h 2677884"/>
                <a:gd name="csX6" fmla="*/ 2838450 w 5755822"/>
                <a:gd name="csY6" fmla="*/ 13443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3867150 w 6117772"/>
                <a:gd name="csY5" fmla="*/ 2677884 h 2677884"/>
                <a:gd name="csX6" fmla="*/ 0 w 6117772"/>
                <a:gd name="csY6" fmla="*/ 11919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111578 w 6117772"/>
                <a:gd name="csY5" fmla="*/ 2427513 h 2677884"/>
                <a:gd name="csX6" fmla="*/ 0 w 6117772"/>
                <a:gd name="csY6" fmla="*/ 1191985 h 2677884"/>
                <a:gd name="csX0" fmla="*/ 0 w 6117772"/>
                <a:gd name="csY0" fmla="*/ 1191985 h 2547255"/>
                <a:gd name="csX1" fmla="*/ 361950 w 6117772"/>
                <a:gd name="csY1" fmla="*/ 0 h 2547255"/>
                <a:gd name="csX2" fmla="*/ 5451022 w 6117772"/>
                <a:gd name="csY2" fmla="*/ 10886 h 2547255"/>
                <a:gd name="csX3" fmla="*/ 6117772 w 6117772"/>
                <a:gd name="csY3" fmla="*/ 1344385 h 2547255"/>
                <a:gd name="csX4" fmla="*/ 1445079 w 6117772"/>
                <a:gd name="csY4" fmla="*/ 2547255 h 2547255"/>
                <a:gd name="csX5" fmla="*/ 111578 w 6117772"/>
                <a:gd name="csY5" fmla="*/ 2427513 h 2547255"/>
                <a:gd name="csX6" fmla="*/ 0 w 611777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275115 w 5451022"/>
                <a:gd name="csY3" fmla="*/ 1311728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373087 w 5451022"/>
                <a:gd name="csY3" fmla="*/ 2117271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053193 w 2373087"/>
                <a:gd name="csY2" fmla="*/ 1066801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782536 w 2373087"/>
                <a:gd name="csY2" fmla="*/ 925287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460173"/>
                <a:gd name="csY0" fmla="*/ 1191985 h 2547255"/>
                <a:gd name="csX1" fmla="*/ 361950 w 2460173"/>
                <a:gd name="csY1" fmla="*/ 0 h 2547255"/>
                <a:gd name="csX2" fmla="*/ 1782536 w 2460173"/>
                <a:gd name="csY2" fmla="*/ 925287 h 2547255"/>
                <a:gd name="csX3" fmla="*/ 2460173 w 2460173"/>
                <a:gd name="csY3" fmla="*/ 2095500 h 2547255"/>
                <a:gd name="csX4" fmla="*/ 1445079 w 2460173"/>
                <a:gd name="csY4" fmla="*/ 2547255 h 2547255"/>
                <a:gd name="csX5" fmla="*/ 111578 w 2460173"/>
                <a:gd name="csY5" fmla="*/ 2427513 h 2547255"/>
                <a:gd name="csX6" fmla="*/ 0 w 2460173"/>
                <a:gd name="csY6" fmla="*/ 1191985 h 2547255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782536 w 2460173"/>
                <a:gd name="csY2" fmla="*/ 936173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641021 w 2460173"/>
                <a:gd name="csY2" fmla="*/ 870858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11578 w 2449288"/>
                <a:gd name="csY5" fmla="*/ 2438399 h 2558141"/>
                <a:gd name="csX6" fmla="*/ 0 w 2449288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55121 w 2449288"/>
                <a:gd name="csY5" fmla="*/ 2394856 h 2558141"/>
                <a:gd name="csX6" fmla="*/ 0 w 2449288"/>
                <a:gd name="csY6" fmla="*/ 1202871 h 2558141"/>
                <a:gd name="csX0" fmla="*/ 0 w 2431358"/>
                <a:gd name="csY0" fmla="*/ 1107248 h 2558141"/>
                <a:gd name="csX1" fmla="*/ 420220 w 2431358"/>
                <a:gd name="csY1" fmla="*/ 0 h 2558141"/>
                <a:gd name="csX2" fmla="*/ 1623091 w 2431358"/>
                <a:gd name="csY2" fmla="*/ 870858 h 2558141"/>
                <a:gd name="csX3" fmla="*/ 2431358 w 2431358"/>
                <a:gd name="csY3" fmla="*/ 2095500 h 2558141"/>
                <a:gd name="csX4" fmla="*/ 1427149 w 2431358"/>
                <a:gd name="csY4" fmla="*/ 2558141 h 2558141"/>
                <a:gd name="csX5" fmla="*/ 137191 w 2431358"/>
                <a:gd name="csY5" fmla="*/ 2394856 h 2558141"/>
                <a:gd name="csX6" fmla="*/ 0 w 2431358"/>
                <a:gd name="csY6" fmla="*/ 1107248 h 2558141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7191 w 2431358"/>
                <a:gd name="csY5" fmla="*/ 2347044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07308 w 2431358"/>
                <a:gd name="csY5" fmla="*/ 2239467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1214 w 2431358"/>
                <a:gd name="csY5" fmla="*/ 2251420 h 2510329"/>
                <a:gd name="csX6" fmla="*/ 0 w 2431358"/>
                <a:gd name="csY6" fmla="*/ 1059436 h 2510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31358" h="2510329">
                  <a:moveTo>
                    <a:pt x="0" y="1059436"/>
                  </a:moveTo>
                  <a:lnTo>
                    <a:pt x="432173" y="0"/>
                  </a:lnTo>
                  <a:lnTo>
                    <a:pt x="1623091" y="823046"/>
                  </a:lnTo>
                  <a:lnTo>
                    <a:pt x="2431358" y="2047688"/>
                  </a:lnTo>
                  <a:lnTo>
                    <a:pt x="1427149" y="2510329"/>
                  </a:lnTo>
                  <a:lnTo>
                    <a:pt x="131214" y="2251420"/>
                  </a:lnTo>
                  <a:lnTo>
                    <a:pt x="0" y="1059436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24E27C-B3BE-2C82-7B93-38B848DA9AE0}"/>
              </a:ext>
            </a:extLst>
          </p:cNvPr>
          <p:cNvGrpSpPr/>
          <p:nvPr/>
        </p:nvGrpSpPr>
        <p:grpSpPr>
          <a:xfrm>
            <a:off x="4925618" y="937664"/>
            <a:ext cx="4925392" cy="4506588"/>
            <a:chOff x="446314" y="860069"/>
            <a:chExt cx="4925392" cy="4506588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330219-326B-1FE2-5FE6-6351BA67D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314" y="4354285"/>
              <a:ext cx="1034143" cy="10123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ECC04FD-CCE7-B290-D8DB-B9435BF46D0B}"/>
                </a:ext>
              </a:extLst>
            </p:cNvPr>
            <p:cNvCxnSpPr>
              <a:cxnSpLocks/>
            </p:cNvCxnSpPr>
            <p:nvPr/>
          </p:nvCxnSpPr>
          <p:spPr>
            <a:xfrm>
              <a:off x="1480457" y="4354285"/>
              <a:ext cx="24492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3FA8437-6C45-B094-CA51-B6796D59C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1175657"/>
              <a:ext cx="76200" cy="3211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ACF9DAC-83C4-BAF3-AF1A-A0509F4A7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860069"/>
              <a:ext cx="3891249" cy="3526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C1FBA49-891A-F57E-2C6E-B78BD97D18BA}"/>
                </a:ext>
              </a:extLst>
            </p:cNvPr>
            <p:cNvCxnSpPr>
              <a:cxnSpLocks/>
              <a:endCxn id="55" idx="0"/>
            </p:cNvCxnSpPr>
            <p:nvPr/>
          </p:nvCxnSpPr>
          <p:spPr>
            <a:xfrm flipH="1">
              <a:off x="1470212" y="1620263"/>
              <a:ext cx="829395" cy="27434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13D47DC-6EE5-F8FC-3499-C5144E9A80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597" y="2443309"/>
              <a:ext cx="2026928" cy="194363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riangle 37">
              <a:extLst>
                <a:ext uri="{FF2B5EF4-FFF2-40B4-BE49-F238E27FC236}">
                  <a16:creationId xmlns:a16="http://schemas.microsoft.com/office/drawing/2014/main" id="{92F90889-7643-5F15-AB81-4EE9A1F2BDAF}"/>
                </a:ext>
              </a:extLst>
            </p:cNvPr>
            <p:cNvSpPr/>
            <p:nvPr/>
          </p:nvSpPr>
          <p:spPr>
            <a:xfrm>
              <a:off x="2810457" y="3645153"/>
              <a:ext cx="1495799" cy="480171"/>
            </a:xfrm>
            <a:custGeom>
              <a:avLst/>
              <a:gdLst>
                <a:gd name="csX0" fmla="*/ 0 w 1842994"/>
                <a:gd name="csY0" fmla="*/ 567764 h 567764"/>
                <a:gd name="csX1" fmla="*/ 921497 w 1842994"/>
                <a:gd name="csY1" fmla="*/ 0 h 567764"/>
                <a:gd name="csX2" fmla="*/ 1842994 w 1842994"/>
                <a:gd name="csY2" fmla="*/ 567764 h 567764"/>
                <a:gd name="csX3" fmla="*/ 0 w 1842994"/>
                <a:gd name="csY3" fmla="*/ 567764 h 567764"/>
                <a:gd name="csX0" fmla="*/ 0 w 1842994"/>
                <a:gd name="csY0" fmla="*/ 1673411 h 1673411"/>
                <a:gd name="csX1" fmla="*/ 1602815 w 1842994"/>
                <a:gd name="csY1" fmla="*/ 0 h 1673411"/>
                <a:gd name="csX2" fmla="*/ 1842994 w 1842994"/>
                <a:gd name="csY2" fmla="*/ 1673411 h 1673411"/>
                <a:gd name="csX3" fmla="*/ 0 w 1842994"/>
                <a:gd name="csY3" fmla="*/ 1673411 h 1673411"/>
                <a:gd name="csX0" fmla="*/ 0 w 1602815"/>
                <a:gd name="csY0" fmla="*/ 1673411 h 1673411"/>
                <a:gd name="csX1" fmla="*/ 1602815 w 1602815"/>
                <a:gd name="csY1" fmla="*/ 0 h 1673411"/>
                <a:gd name="csX2" fmla="*/ 605865 w 1602815"/>
                <a:gd name="csY2" fmla="*/ 496046 h 1673411"/>
                <a:gd name="csX3" fmla="*/ 0 w 1602815"/>
                <a:gd name="csY3" fmla="*/ 1673411 h 1673411"/>
                <a:gd name="csX0" fmla="*/ 0 w 1435474"/>
                <a:gd name="csY0" fmla="*/ 388470 h 496046"/>
                <a:gd name="csX1" fmla="*/ 1435474 w 1435474"/>
                <a:gd name="csY1" fmla="*/ 0 h 496046"/>
                <a:gd name="csX2" fmla="*/ 438524 w 1435474"/>
                <a:gd name="csY2" fmla="*/ 496046 h 496046"/>
                <a:gd name="csX3" fmla="*/ 0 w 1435474"/>
                <a:gd name="csY3" fmla="*/ 388470 h 496046"/>
                <a:gd name="csX0" fmla="*/ 0 w 1473574"/>
                <a:gd name="csY0" fmla="*/ 407520 h 496046"/>
                <a:gd name="csX1" fmla="*/ 1473574 w 1473574"/>
                <a:gd name="csY1" fmla="*/ 0 h 496046"/>
                <a:gd name="csX2" fmla="*/ 476624 w 1473574"/>
                <a:gd name="csY2" fmla="*/ 496046 h 496046"/>
                <a:gd name="csX3" fmla="*/ 0 w 1473574"/>
                <a:gd name="csY3" fmla="*/ 407520 h 496046"/>
                <a:gd name="csX0" fmla="*/ 0 w 1495799"/>
                <a:gd name="csY0" fmla="*/ 391645 h 480171"/>
                <a:gd name="csX1" fmla="*/ 1495799 w 1495799"/>
                <a:gd name="csY1" fmla="*/ 0 h 480171"/>
                <a:gd name="csX2" fmla="*/ 476624 w 1495799"/>
                <a:gd name="csY2" fmla="*/ 480171 h 480171"/>
                <a:gd name="csX3" fmla="*/ 0 w 1495799"/>
                <a:gd name="csY3" fmla="*/ 391645 h 480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5799" h="480171">
                  <a:moveTo>
                    <a:pt x="0" y="391645"/>
                  </a:moveTo>
                  <a:lnTo>
                    <a:pt x="1495799" y="0"/>
                  </a:lnTo>
                  <a:lnTo>
                    <a:pt x="476624" y="480171"/>
                  </a:lnTo>
                  <a:lnTo>
                    <a:pt x="0" y="3916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riangle 38">
              <a:extLst>
                <a:ext uri="{FF2B5EF4-FFF2-40B4-BE49-F238E27FC236}">
                  <a16:creationId xmlns:a16="http://schemas.microsoft.com/office/drawing/2014/main" id="{56F327F8-4BE4-E8F8-E349-81223A5E4E11}"/>
                </a:ext>
              </a:extLst>
            </p:cNvPr>
            <p:cNvSpPr/>
            <p:nvPr/>
          </p:nvSpPr>
          <p:spPr>
            <a:xfrm>
              <a:off x="1865606" y="1601694"/>
              <a:ext cx="439746" cy="1384033"/>
            </a:xfrm>
            <a:custGeom>
              <a:avLst/>
              <a:gdLst>
                <a:gd name="csX0" fmla="*/ 0 w 1202219"/>
                <a:gd name="csY0" fmla="*/ 379986 h 379986"/>
                <a:gd name="csX1" fmla="*/ 601110 w 1202219"/>
                <a:gd name="csY1" fmla="*/ 0 h 379986"/>
                <a:gd name="csX2" fmla="*/ 1202219 w 1202219"/>
                <a:gd name="csY2" fmla="*/ 379986 h 379986"/>
                <a:gd name="csX3" fmla="*/ 0 w 1202219"/>
                <a:gd name="csY3" fmla="*/ 379986 h 379986"/>
                <a:gd name="csX0" fmla="*/ 0 w 1698266"/>
                <a:gd name="csY0" fmla="*/ 1372080 h 1372080"/>
                <a:gd name="csX1" fmla="*/ 1097157 w 1698266"/>
                <a:gd name="csY1" fmla="*/ 0 h 1372080"/>
                <a:gd name="csX2" fmla="*/ 1698266 w 1698266"/>
                <a:gd name="csY2" fmla="*/ 379986 h 1372080"/>
                <a:gd name="csX3" fmla="*/ 0 w 1698266"/>
                <a:gd name="csY3" fmla="*/ 1372080 h 1372080"/>
                <a:gd name="csX0" fmla="*/ 0 w 1698266"/>
                <a:gd name="csY0" fmla="*/ 1079233 h 1079233"/>
                <a:gd name="csX1" fmla="*/ 415840 w 1698266"/>
                <a:gd name="csY1" fmla="*/ 0 h 1079233"/>
                <a:gd name="csX2" fmla="*/ 1698266 w 1698266"/>
                <a:gd name="csY2" fmla="*/ 87139 h 1079233"/>
                <a:gd name="csX3" fmla="*/ 0 w 1698266"/>
                <a:gd name="csY3" fmla="*/ 1079233 h 1079233"/>
                <a:gd name="csX0" fmla="*/ 0 w 415840"/>
                <a:gd name="csY0" fmla="*/ 1079233 h 1378056"/>
                <a:gd name="csX1" fmla="*/ 415840 w 415840"/>
                <a:gd name="csY1" fmla="*/ 0 h 1378056"/>
                <a:gd name="csX2" fmla="*/ 18877 w 415840"/>
                <a:gd name="csY2" fmla="*/ 1378056 h 1378056"/>
                <a:gd name="csX3" fmla="*/ 0 w 415840"/>
                <a:gd name="csY3" fmla="*/ 1079233 h 1378056"/>
                <a:gd name="csX0" fmla="*/ 0 w 439746"/>
                <a:gd name="csY0" fmla="*/ 1085210 h 1384033"/>
                <a:gd name="csX1" fmla="*/ 439746 w 439746"/>
                <a:gd name="csY1" fmla="*/ 0 h 1384033"/>
                <a:gd name="csX2" fmla="*/ 18877 w 439746"/>
                <a:gd name="csY2" fmla="*/ 1384033 h 1384033"/>
                <a:gd name="csX3" fmla="*/ 0 w 439746"/>
                <a:gd name="csY3" fmla="*/ 1085210 h 1384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746" h="1384033">
                  <a:moveTo>
                    <a:pt x="0" y="1085210"/>
                  </a:moveTo>
                  <a:lnTo>
                    <a:pt x="439746" y="0"/>
                  </a:lnTo>
                  <a:lnTo>
                    <a:pt x="18877" y="1384033"/>
                  </a:lnTo>
                  <a:lnTo>
                    <a:pt x="0" y="10852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Parallelogram 28">
              <a:extLst>
                <a:ext uri="{FF2B5EF4-FFF2-40B4-BE49-F238E27FC236}">
                  <a16:creationId xmlns:a16="http://schemas.microsoft.com/office/drawing/2014/main" id="{E1B66BA9-8A6E-3E58-6E15-F99587CE1A09}"/>
                </a:ext>
              </a:extLst>
            </p:cNvPr>
            <p:cNvSpPr/>
            <p:nvPr/>
          </p:nvSpPr>
          <p:spPr>
            <a:xfrm>
              <a:off x="1470212" y="2695390"/>
              <a:ext cx="1782883" cy="1668287"/>
            </a:xfrm>
            <a:custGeom>
              <a:avLst/>
              <a:gdLst>
                <a:gd name="csX0" fmla="*/ 0 w 879075"/>
                <a:gd name="csY0" fmla="*/ 1004899 h 1004899"/>
                <a:gd name="csX1" fmla="*/ 219769 w 879075"/>
                <a:gd name="csY1" fmla="*/ 0 h 1004899"/>
                <a:gd name="csX2" fmla="*/ 879075 w 879075"/>
                <a:gd name="csY2" fmla="*/ 0 h 1004899"/>
                <a:gd name="csX3" fmla="*/ 659306 w 879075"/>
                <a:gd name="csY3" fmla="*/ 1004899 h 1004899"/>
                <a:gd name="csX4" fmla="*/ 0 w 879075"/>
                <a:gd name="csY4" fmla="*/ 1004899 h 1004899"/>
                <a:gd name="csX0" fmla="*/ 0 w 2613612"/>
                <a:gd name="csY0" fmla="*/ 1004899 h 1602546"/>
                <a:gd name="csX1" fmla="*/ 219769 w 2613612"/>
                <a:gd name="csY1" fmla="*/ 0 h 1602546"/>
                <a:gd name="csX2" fmla="*/ 879075 w 2613612"/>
                <a:gd name="csY2" fmla="*/ 0 h 1602546"/>
                <a:gd name="csX3" fmla="*/ 2613612 w 2613612"/>
                <a:gd name="csY3" fmla="*/ 1602546 h 1602546"/>
                <a:gd name="csX4" fmla="*/ 0 w 2613612"/>
                <a:gd name="csY4" fmla="*/ 1004899 h 1602546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659306 w 2393843"/>
                <a:gd name="csY2" fmla="*/ 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1053753 w 2393843"/>
                <a:gd name="csY2" fmla="*/ 132080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442793 w 1782883"/>
                <a:gd name="csY2" fmla="*/ 1147482 h 1668287"/>
                <a:gd name="csX3" fmla="*/ 1782883 w 1782883"/>
                <a:gd name="csY3" fmla="*/ 1429228 h 1668287"/>
                <a:gd name="csX4" fmla="*/ 0 w 1782883"/>
                <a:gd name="csY4" fmla="*/ 1668287 h 1668287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526463 w 1782883"/>
                <a:gd name="csY2" fmla="*/ 1165411 h 1668287"/>
                <a:gd name="csX3" fmla="*/ 1782883 w 1782883"/>
                <a:gd name="csY3" fmla="*/ 1429228 h 1668287"/>
                <a:gd name="csX4" fmla="*/ 0 w 1782883"/>
                <a:gd name="csY4" fmla="*/ 1668287 h 16682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82883" h="1668287">
                  <a:moveTo>
                    <a:pt x="0" y="1668287"/>
                  </a:moveTo>
                  <a:lnTo>
                    <a:pt x="393087" y="0"/>
                  </a:lnTo>
                  <a:lnTo>
                    <a:pt x="526463" y="1165411"/>
                  </a:lnTo>
                  <a:lnTo>
                    <a:pt x="1782883" y="1429228"/>
                  </a:lnTo>
                  <a:lnTo>
                    <a:pt x="0" y="166828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4">
              <a:extLst>
                <a:ext uri="{FF2B5EF4-FFF2-40B4-BE49-F238E27FC236}">
                  <a16:creationId xmlns:a16="http://schemas.microsoft.com/office/drawing/2014/main" id="{6AD3D022-0DBE-0D1C-A613-AC9245C5DE60}"/>
                </a:ext>
              </a:extLst>
            </p:cNvPr>
            <p:cNvSpPr/>
            <p:nvPr/>
          </p:nvSpPr>
          <p:spPr>
            <a:xfrm>
              <a:off x="1856081" y="1603349"/>
              <a:ext cx="2431358" cy="2510329"/>
            </a:xfrm>
            <a:custGeom>
              <a:avLst/>
              <a:gdLst>
                <a:gd name="csX0" fmla="*/ 0 w 2917372"/>
                <a:gd name="csY0" fmla="*/ 1333500 h 2667000"/>
                <a:gd name="csX1" fmla="*/ 666750 w 2917372"/>
                <a:gd name="csY1" fmla="*/ 1 h 2667000"/>
                <a:gd name="csX2" fmla="*/ 2250622 w 2917372"/>
                <a:gd name="csY2" fmla="*/ 1 h 2667000"/>
                <a:gd name="csX3" fmla="*/ 2917372 w 2917372"/>
                <a:gd name="csY3" fmla="*/ 1333500 h 2667000"/>
                <a:gd name="csX4" fmla="*/ 2250622 w 2917372"/>
                <a:gd name="csY4" fmla="*/ 2666999 h 2667000"/>
                <a:gd name="csX5" fmla="*/ 666750 w 2917372"/>
                <a:gd name="csY5" fmla="*/ 2666999 h 2667000"/>
                <a:gd name="csX6" fmla="*/ 0 w 2917372"/>
                <a:gd name="csY6" fmla="*/ 1333500 h 2667000"/>
                <a:gd name="csX0" fmla="*/ 2838450 w 5755822"/>
                <a:gd name="csY0" fmla="*/ 1344385 h 2677884"/>
                <a:gd name="csX1" fmla="*/ 0 w 5755822"/>
                <a:gd name="csY1" fmla="*/ 0 h 2677884"/>
                <a:gd name="csX2" fmla="*/ 5089072 w 5755822"/>
                <a:gd name="csY2" fmla="*/ 10886 h 2677884"/>
                <a:gd name="csX3" fmla="*/ 5755822 w 5755822"/>
                <a:gd name="csY3" fmla="*/ 1344385 h 2677884"/>
                <a:gd name="csX4" fmla="*/ 5089072 w 5755822"/>
                <a:gd name="csY4" fmla="*/ 2677884 h 2677884"/>
                <a:gd name="csX5" fmla="*/ 3505200 w 5755822"/>
                <a:gd name="csY5" fmla="*/ 2677884 h 2677884"/>
                <a:gd name="csX6" fmla="*/ 2838450 w 5755822"/>
                <a:gd name="csY6" fmla="*/ 13443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3867150 w 6117772"/>
                <a:gd name="csY5" fmla="*/ 2677884 h 2677884"/>
                <a:gd name="csX6" fmla="*/ 0 w 6117772"/>
                <a:gd name="csY6" fmla="*/ 11919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111578 w 6117772"/>
                <a:gd name="csY5" fmla="*/ 2427513 h 2677884"/>
                <a:gd name="csX6" fmla="*/ 0 w 6117772"/>
                <a:gd name="csY6" fmla="*/ 1191985 h 2677884"/>
                <a:gd name="csX0" fmla="*/ 0 w 6117772"/>
                <a:gd name="csY0" fmla="*/ 1191985 h 2547255"/>
                <a:gd name="csX1" fmla="*/ 361950 w 6117772"/>
                <a:gd name="csY1" fmla="*/ 0 h 2547255"/>
                <a:gd name="csX2" fmla="*/ 5451022 w 6117772"/>
                <a:gd name="csY2" fmla="*/ 10886 h 2547255"/>
                <a:gd name="csX3" fmla="*/ 6117772 w 6117772"/>
                <a:gd name="csY3" fmla="*/ 1344385 h 2547255"/>
                <a:gd name="csX4" fmla="*/ 1445079 w 6117772"/>
                <a:gd name="csY4" fmla="*/ 2547255 h 2547255"/>
                <a:gd name="csX5" fmla="*/ 111578 w 6117772"/>
                <a:gd name="csY5" fmla="*/ 2427513 h 2547255"/>
                <a:gd name="csX6" fmla="*/ 0 w 611777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275115 w 5451022"/>
                <a:gd name="csY3" fmla="*/ 1311728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373087 w 5451022"/>
                <a:gd name="csY3" fmla="*/ 2117271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053193 w 2373087"/>
                <a:gd name="csY2" fmla="*/ 1066801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782536 w 2373087"/>
                <a:gd name="csY2" fmla="*/ 925287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460173"/>
                <a:gd name="csY0" fmla="*/ 1191985 h 2547255"/>
                <a:gd name="csX1" fmla="*/ 361950 w 2460173"/>
                <a:gd name="csY1" fmla="*/ 0 h 2547255"/>
                <a:gd name="csX2" fmla="*/ 1782536 w 2460173"/>
                <a:gd name="csY2" fmla="*/ 925287 h 2547255"/>
                <a:gd name="csX3" fmla="*/ 2460173 w 2460173"/>
                <a:gd name="csY3" fmla="*/ 2095500 h 2547255"/>
                <a:gd name="csX4" fmla="*/ 1445079 w 2460173"/>
                <a:gd name="csY4" fmla="*/ 2547255 h 2547255"/>
                <a:gd name="csX5" fmla="*/ 111578 w 2460173"/>
                <a:gd name="csY5" fmla="*/ 2427513 h 2547255"/>
                <a:gd name="csX6" fmla="*/ 0 w 2460173"/>
                <a:gd name="csY6" fmla="*/ 1191985 h 2547255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782536 w 2460173"/>
                <a:gd name="csY2" fmla="*/ 936173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641021 w 2460173"/>
                <a:gd name="csY2" fmla="*/ 870858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11578 w 2449288"/>
                <a:gd name="csY5" fmla="*/ 2438399 h 2558141"/>
                <a:gd name="csX6" fmla="*/ 0 w 2449288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55121 w 2449288"/>
                <a:gd name="csY5" fmla="*/ 2394856 h 2558141"/>
                <a:gd name="csX6" fmla="*/ 0 w 2449288"/>
                <a:gd name="csY6" fmla="*/ 1202871 h 2558141"/>
                <a:gd name="csX0" fmla="*/ 0 w 2431358"/>
                <a:gd name="csY0" fmla="*/ 1107248 h 2558141"/>
                <a:gd name="csX1" fmla="*/ 420220 w 2431358"/>
                <a:gd name="csY1" fmla="*/ 0 h 2558141"/>
                <a:gd name="csX2" fmla="*/ 1623091 w 2431358"/>
                <a:gd name="csY2" fmla="*/ 870858 h 2558141"/>
                <a:gd name="csX3" fmla="*/ 2431358 w 2431358"/>
                <a:gd name="csY3" fmla="*/ 2095500 h 2558141"/>
                <a:gd name="csX4" fmla="*/ 1427149 w 2431358"/>
                <a:gd name="csY4" fmla="*/ 2558141 h 2558141"/>
                <a:gd name="csX5" fmla="*/ 137191 w 2431358"/>
                <a:gd name="csY5" fmla="*/ 2394856 h 2558141"/>
                <a:gd name="csX6" fmla="*/ 0 w 2431358"/>
                <a:gd name="csY6" fmla="*/ 1107248 h 2558141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7191 w 2431358"/>
                <a:gd name="csY5" fmla="*/ 2347044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07308 w 2431358"/>
                <a:gd name="csY5" fmla="*/ 2239467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1214 w 2431358"/>
                <a:gd name="csY5" fmla="*/ 2251420 h 2510329"/>
                <a:gd name="csX6" fmla="*/ 0 w 2431358"/>
                <a:gd name="csY6" fmla="*/ 1059436 h 2510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31358" h="2510329">
                  <a:moveTo>
                    <a:pt x="0" y="1059436"/>
                  </a:moveTo>
                  <a:lnTo>
                    <a:pt x="432173" y="0"/>
                  </a:lnTo>
                  <a:lnTo>
                    <a:pt x="1623091" y="823046"/>
                  </a:lnTo>
                  <a:lnTo>
                    <a:pt x="2431358" y="2047688"/>
                  </a:lnTo>
                  <a:lnTo>
                    <a:pt x="1427149" y="2510329"/>
                  </a:lnTo>
                  <a:lnTo>
                    <a:pt x="131214" y="2251420"/>
                  </a:lnTo>
                  <a:lnTo>
                    <a:pt x="0" y="1059436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968F19C-DE4C-7E5C-F6E6-9A48A586EF0F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5949516" y="914400"/>
            <a:ext cx="829395" cy="352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B2BD8F-AF38-76DD-85F8-B9BD021A9D1F}"/>
              </a:ext>
            </a:extLst>
          </p:cNvPr>
          <p:cNvCxnSpPr>
            <a:cxnSpLocks/>
          </p:cNvCxnSpPr>
          <p:nvPr/>
        </p:nvCxnSpPr>
        <p:spPr>
          <a:xfrm flipV="1">
            <a:off x="5959761" y="3846780"/>
            <a:ext cx="4462444" cy="608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arallelogram 28">
            <a:extLst>
              <a:ext uri="{FF2B5EF4-FFF2-40B4-BE49-F238E27FC236}">
                <a16:creationId xmlns:a16="http://schemas.microsoft.com/office/drawing/2014/main" id="{485434EC-A13E-A757-1E6F-627AD6F903F3}"/>
              </a:ext>
            </a:extLst>
          </p:cNvPr>
          <p:cNvSpPr/>
          <p:nvPr/>
        </p:nvSpPr>
        <p:spPr>
          <a:xfrm>
            <a:off x="5958560" y="1866516"/>
            <a:ext cx="2791323" cy="2564360"/>
          </a:xfrm>
          <a:custGeom>
            <a:avLst/>
            <a:gdLst>
              <a:gd name="csX0" fmla="*/ 0 w 879075"/>
              <a:gd name="csY0" fmla="*/ 1004899 h 1004899"/>
              <a:gd name="csX1" fmla="*/ 219769 w 879075"/>
              <a:gd name="csY1" fmla="*/ 0 h 1004899"/>
              <a:gd name="csX2" fmla="*/ 879075 w 879075"/>
              <a:gd name="csY2" fmla="*/ 0 h 1004899"/>
              <a:gd name="csX3" fmla="*/ 659306 w 879075"/>
              <a:gd name="csY3" fmla="*/ 1004899 h 1004899"/>
              <a:gd name="csX4" fmla="*/ 0 w 879075"/>
              <a:gd name="csY4" fmla="*/ 1004899 h 1004899"/>
              <a:gd name="csX0" fmla="*/ 0 w 2613612"/>
              <a:gd name="csY0" fmla="*/ 1004899 h 1602546"/>
              <a:gd name="csX1" fmla="*/ 219769 w 2613612"/>
              <a:gd name="csY1" fmla="*/ 0 h 1602546"/>
              <a:gd name="csX2" fmla="*/ 879075 w 2613612"/>
              <a:gd name="csY2" fmla="*/ 0 h 1602546"/>
              <a:gd name="csX3" fmla="*/ 2613612 w 2613612"/>
              <a:gd name="csY3" fmla="*/ 1602546 h 1602546"/>
              <a:gd name="csX4" fmla="*/ 0 w 2613612"/>
              <a:gd name="csY4" fmla="*/ 1004899 h 1602546"/>
              <a:gd name="csX0" fmla="*/ 610960 w 2393843"/>
              <a:gd name="csY0" fmla="*/ 1841605 h 1841605"/>
              <a:gd name="csX1" fmla="*/ 0 w 2393843"/>
              <a:gd name="csY1" fmla="*/ 0 h 1841605"/>
              <a:gd name="csX2" fmla="*/ 659306 w 2393843"/>
              <a:gd name="csY2" fmla="*/ 0 h 1841605"/>
              <a:gd name="csX3" fmla="*/ 2393843 w 2393843"/>
              <a:gd name="csY3" fmla="*/ 1602546 h 1841605"/>
              <a:gd name="csX4" fmla="*/ 610960 w 2393843"/>
              <a:gd name="csY4" fmla="*/ 1841605 h 1841605"/>
              <a:gd name="csX0" fmla="*/ 610960 w 2393843"/>
              <a:gd name="csY0" fmla="*/ 1841605 h 1841605"/>
              <a:gd name="csX1" fmla="*/ 0 w 2393843"/>
              <a:gd name="csY1" fmla="*/ 0 h 1841605"/>
              <a:gd name="csX2" fmla="*/ 1053753 w 2393843"/>
              <a:gd name="csY2" fmla="*/ 1320800 h 1841605"/>
              <a:gd name="csX3" fmla="*/ 2393843 w 2393843"/>
              <a:gd name="csY3" fmla="*/ 1602546 h 1841605"/>
              <a:gd name="csX4" fmla="*/ 610960 w 2393843"/>
              <a:gd name="csY4" fmla="*/ 1841605 h 1841605"/>
              <a:gd name="csX0" fmla="*/ 0 w 1782883"/>
              <a:gd name="csY0" fmla="*/ 1668287 h 1668287"/>
              <a:gd name="csX1" fmla="*/ 393087 w 1782883"/>
              <a:gd name="csY1" fmla="*/ 0 h 1668287"/>
              <a:gd name="csX2" fmla="*/ 442793 w 1782883"/>
              <a:gd name="csY2" fmla="*/ 1147482 h 1668287"/>
              <a:gd name="csX3" fmla="*/ 1782883 w 1782883"/>
              <a:gd name="csY3" fmla="*/ 1429228 h 1668287"/>
              <a:gd name="csX4" fmla="*/ 0 w 1782883"/>
              <a:gd name="csY4" fmla="*/ 1668287 h 1668287"/>
              <a:gd name="csX0" fmla="*/ 0 w 1782883"/>
              <a:gd name="csY0" fmla="*/ 1668287 h 1668287"/>
              <a:gd name="csX1" fmla="*/ 393087 w 1782883"/>
              <a:gd name="csY1" fmla="*/ 0 h 1668287"/>
              <a:gd name="csX2" fmla="*/ 526463 w 1782883"/>
              <a:gd name="csY2" fmla="*/ 1165411 h 1668287"/>
              <a:gd name="csX3" fmla="*/ 1782883 w 1782883"/>
              <a:gd name="csY3" fmla="*/ 1429228 h 1668287"/>
              <a:gd name="csX4" fmla="*/ 0 w 1782883"/>
              <a:gd name="csY4" fmla="*/ 1668287 h 16682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82883" h="1668287">
                <a:moveTo>
                  <a:pt x="0" y="1668287"/>
                </a:moveTo>
                <a:lnTo>
                  <a:pt x="393087" y="0"/>
                </a:lnTo>
                <a:lnTo>
                  <a:pt x="526463" y="1165411"/>
                </a:lnTo>
                <a:lnTo>
                  <a:pt x="1782883" y="1429228"/>
                </a:lnTo>
                <a:lnTo>
                  <a:pt x="0" y="1668287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071857FB-E426-22AE-1294-A012BD3BAF4D}"/>
              </a:ext>
            </a:extLst>
          </p:cNvPr>
          <p:cNvSpPr/>
          <p:nvPr/>
        </p:nvSpPr>
        <p:spPr>
          <a:xfrm rot="4544624">
            <a:off x="8100162" y="3833046"/>
            <a:ext cx="489305" cy="1300899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B3288A-E95D-9481-6700-F69A1BC33C46}"/>
              </a:ext>
            </a:extLst>
          </p:cNvPr>
          <p:cNvSpPr txBox="1"/>
          <p:nvPr/>
        </p:nvSpPr>
        <p:spPr>
          <a:xfrm>
            <a:off x="7734028" y="4752689"/>
            <a:ext cx="2688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Coupled Shear:</a:t>
            </a:r>
          </a:p>
          <a:p>
            <a:r>
              <a:rPr lang="en-US" dirty="0">
                <a:solidFill>
                  <a:srgbClr val="FF0000"/>
                </a:solidFill>
              </a:rPr>
              <a:t>Pressure-dependent size of the yield surface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9E78CC-A558-F21F-46C7-DF5F07A597DF}"/>
              </a:ext>
            </a:extLst>
          </p:cNvPr>
          <p:cNvSpPr txBox="1"/>
          <p:nvPr/>
        </p:nvSpPr>
        <p:spPr>
          <a:xfrm>
            <a:off x="449519" y="348497"/>
            <a:ext cx="24072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In-plane shear: </a:t>
            </a:r>
          </a:p>
          <a:p>
            <a:r>
              <a:rPr lang="en-US" dirty="0">
                <a:solidFill>
                  <a:srgbClr val="FF0000"/>
                </a:solidFill>
              </a:rPr>
              <a:t>occurs within the deviatoric (</a:t>
            </a:r>
            <a:r>
              <a:rPr lang="el-GR" dirty="0">
                <a:solidFill>
                  <a:srgbClr val="FF0000"/>
                </a:solidFill>
              </a:rPr>
              <a:t>π) </a:t>
            </a:r>
            <a:r>
              <a:rPr lang="en-US" dirty="0">
                <a:solidFill>
                  <a:srgbClr val="FF0000"/>
                </a:solidFill>
              </a:rPr>
              <a:t>plane at fixed pressure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8223B6-9F76-2C80-1328-5821D226B2A3}"/>
              </a:ext>
            </a:extLst>
          </p:cNvPr>
          <p:cNvSpPr txBox="1"/>
          <p:nvPr/>
        </p:nvSpPr>
        <p:spPr>
          <a:xfrm>
            <a:off x="9746717" y="1539110"/>
            <a:ext cx="2670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Distortional Shear:</a:t>
            </a:r>
          </a:p>
          <a:p>
            <a:r>
              <a:rPr lang="en-US" dirty="0">
                <a:solidFill>
                  <a:srgbClr val="FF0000"/>
                </a:solidFill>
              </a:rPr>
              <a:t>Shear that occurs on a new plane within the envelope 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3991DD5-8F20-3F2C-8C47-3E31215B2F69}"/>
              </a:ext>
            </a:extLst>
          </p:cNvPr>
          <p:cNvSpPr/>
          <p:nvPr/>
        </p:nvSpPr>
        <p:spPr>
          <a:xfrm>
            <a:off x="8785560" y="2371305"/>
            <a:ext cx="151050" cy="1510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60AAA0B-E0D1-6781-8389-C350E0168ED6}"/>
              </a:ext>
            </a:extLst>
          </p:cNvPr>
          <p:cNvSpPr/>
          <p:nvPr/>
        </p:nvSpPr>
        <p:spPr>
          <a:xfrm>
            <a:off x="2316536" y="3025588"/>
            <a:ext cx="151050" cy="1510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0AE20ED-1BE0-67E1-EFF8-533A1794CDB5}"/>
                  </a:ext>
                </a:extLst>
              </p:cNvPr>
              <p:cNvSpPr txBox="1"/>
              <p:nvPr/>
            </p:nvSpPr>
            <p:spPr>
              <a:xfrm>
                <a:off x="837542" y="1895999"/>
                <a:ext cx="854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0AE20ED-1BE0-67E1-EFF8-533A1794C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42" y="1895999"/>
                <a:ext cx="854444" cy="369332"/>
              </a:xfrm>
              <a:prstGeom prst="rect">
                <a:avLst/>
              </a:prstGeom>
              <a:blipFill>
                <a:blip r:embed="rId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A2C408E-01A8-CEE4-5815-2695D7887A72}"/>
                  </a:ext>
                </a:extLst>
              </p:cNvPr>
              <p:cNvSpPr txBox="1"/>
              <p:nvPr/>
            </p:nvSpPr>
            <p:spPr>
              <a:xfrm>
                <a:off x="543553" y="5758739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A2C408E-01A8-CEE4-5815-2695D7887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3" y="5758739"/>
                <a:ext cx="854444" cy="646331"/>
              </a:xfrm>
              <a:prstGeom prst="rect">
                <a:avLst/>
              </a:prstGeom>
              <a:blipFill>
                <a:blip r:embed="rId3"/>
                <a:stretch>
                  <a:fillRect t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3E6E5F3-7B2A-A188-F47E-8CB897937CE8}"/>
                  </a:ext>
                </a:extLst>
              </p:cNvPr>
              <p:cNvSpPr txBox="1"/>
              <p:nvPr/>
            </p:nvSpPr>
            <p:spPr>
              <a:xfrm>
                <a:off x="3062815" y="5082592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3E6E5F3-7B2A-A188-F47E-8CB897937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815" y="5082592"/>
                <a:ext cx="854444" cy="646331"/>
              </a:xfrm>
              <a:prstGeom prst="rect">
                <a:avLst/>
              </a:prstGeom>
              <a:blipFill>
                <a:blip r:embed="rId4"/>
                <a:stretch>
                  <a:fillRect t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9CAC7EF-D7F7-DED3-73BE-F6711235B3B1}"/>
                  </a:ext>
                </a:extLst>
              </p:cNvPr>
              <p:cNvSpPr txBox="1"/>
              <p:nvPr/>
            </p:nvSpPr>
            <p:spPr>
              <a:xfrm rot="19033095">
                <a:off x="3034614" y="2644511"/>
                <a:ext cx="2422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9CAC7EF-D7F7-DED3-73BE-F6711235B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33095">
                <a:off x="3034614" y="2644511"/>
                <a:ext cx="24229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12EFA9A-68EE-9F74-7D25-BC68A2EADA60}"/>
                  </a:ext>
                </a:extLst>
              </p:cNvPr>
              <p:cNvSpPr txBox="1"/>
              <p:nvPr/>
            </p:nvSpPr>
            <p:spPr>
              <a:xfrm rot="18823951">
                <a:off x="3483726" y="2373971"/>
                <a:ext cx="710232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12EFA9A-68EE-9F74-7D25-BC68A2EAD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3951">
                <a:off x="3483726" y="2373971"/>
                <a:ext cx="710232" cy="427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9B79A3F-EA49-4D72-0ABB-16E042E4D0C8}"/>
              </a:ext>
            </a:extLst>
          </p:cNvPr>
          <p:cNvCxnSpPr/>
          <p:nvPr/>
        </p:nvCxnSpPr>
        <p:spPr>
          <a:xfrm flipH="1" flipV="1">
            <a:off x="2453371" y="3174530"/>
            <a:ext cx="497486" cy="50780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4E66676-7D56-2ECB-BB30-3DEFC63BE342}"/>
                  </a:ext>
                </a:extLst>
              </p:cNvPr>
              <p:cNvSpPr txBox="1"/>
              <p:nvPr/>
            </p:nvSpPr>
            <p:spPr>
              <a:xfrm rot="18823951">
                <a:off x="1933237" y="3495797"/>
                <a:ext cx="710232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4E66676-7D56-2ECB-BB30-3DEFC63BE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3951">
                <a:off x="1933237" y="3495797"/>
                <a:ext cx="710232" cy="427746"/>
              </a:xfrm>
              <a:prstGeom prst="rect">
                <a:avLst/>
              </a:prstGeom>
              <a:blipFill>
                <a:blip r:embed="rId7"/>
                <a:stretch>
                  <a:fillRect t="-1563" r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2FED2DB6-211B-9D9A-0D1B-2776EB666AF0}"/>
              </a:ext>
            </a:extLst>
          </p:cNvPr>
          <p:cNvGrpSpPr/>
          <p:nvPr/>
        </p:nvGrpSpPr>
        <p:grpSpPr>
          <a:xfrm>
            <a:off x="10493166" y="4569749"/>
            <a:ext cx="1182994" cy="1343042"/>
            <a:chOff x="8587915" y="3571471"/>
            <a:chExt cx="2100847" cy="2385072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55C01C0-2935-E21C-C422-A522C78C2B65}"/>
                </a:ext>
              </a:extLst>
            </p:cNvPr>
            <p:cNvCxnSpPr>
              <a:cxnSpLocks/>
              <a:endCxn id="116" idx="0"/>
            </p:cNvCxnSpPr>
            <p:nvPr/>
          </p:nvCxnSpPr>
          <p:spPr>
            <a:xfrm flipV="1">
              <a:off x="9449937" y="5140973"/>
              <a:ext cx="627513" cy="78989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51788F13-978F-25BC-70F1-44DBDF2BEB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1814" y="5308415"/>
              <a:ext cx="1304986" cy="33497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96B03D7-17C7-EC4A-CC0C-8AAEBE51A4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9343" y="3985922"/>
              <a:ext cx="11637" cy="12530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B11DC194-5BF0-70D4-EFB6-179674BEBA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3833" y="3571471"/>
              <a:ext cx="0" cy="122821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9EB1BF3-FCF9-3A49-DEF5-E4F0A8BF2667}"/>
                </a:ext>
              </a:extLst>
            </p:cNvPr>
            <p:cNvGrpSpPr/>
            <p:nvPr/>
          </p:nvGrpSpPr>
          <p:grpSpPr>
            <a:xfrm>
              <a:off x="8587915" y="3695389"/>
              <a:ext cx="2100847" cy="2261154"/>
              <a:chOff x="3314358" y="2388218"/>
              <a:chExt cx="2100847" cy="2261154"/>
            </a:xfrm>
          </p:grpSpPr>
          <p:sp>
            <p:nvSpPr>
              <p:cNvPr id="99" name="Parallelogram 98">
                <a:extLst>
                  <a:ext uri="{FF2B5EF4-FFF2-40B4-BE49-F238E27FC236}">
                    <a16:creationId xmlns:a16="http://schemas.microsoft.com/office/drawing/2014/main" id="{FF12D079-A1F4-A943-C34C-71E8874F7CA0}"/>
                  </a:ext>
                </a:extLst>
              </p:cNvPr>
              <p:cNvSpPr/>
              <p:nvPr/>
            </p:nvSpPr>
            <p:spPr>
              <a:xfrm rot="903948">
                <a:off x="3406138" y="3550921"/>
                <a:ext cx="1920240" cy="960120"/>
              </a:xfrm>
              <a:prstGeom prst="parallelogram">
                <a:avLst>
                  <a:gd name="adj" fmla="val 4062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Parallelogram 99">
                <a:extLst>
                  <a:ext uri="{FF2B5EF4-FFF2-40B4-BE49-F238E27FC236}">
                    <a16:creationId xmlns:a16="http://schemas.microsoft.com/office/drawing/2014/main" id="{D5D54CC2-5B26-4245-3A9A-A65EA116111F}"/>
                  </a:ext>
                </a:extLst>
              </p:cNvPr>
              <p:cNvSpPr/>
              <p:nvPr/>
            </p:nvSpPr>
            <p:spPr>
              <a:xfrm rot="903948">
                <a:off x="3406138" y="3357138"/>
                <a:ext cx="1920240" cy="960120"/>
              </a:xfrm>
              <a:prstGeom prst="parallelogram">
                <a:avLst>
                  <a:gd name="adj" fmla="val 4062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Parallelogram 100">
                <a:extLst>
                  <a:ext uri="{FF2B5EF4-FFF2-40B4-BE49-F238E27FC236}">
                    <a16:creationId xmlns:a16="http://schemas.microsoft.com/office/drawing/2014/main" id="{08107F64-70F9-A747-33CF-30FDCB165056}"/>
                  </a:ext>
                </a:extLst>
              </p:cNvPr>
              <p:cNvSpPr/>
              <p:nvPr/>
            </p:nvSpPr>
            <p:spPr>
              <a:xfrm rot="903948">
                <a:off x="3406138" y="3163354"/>
                <a:ext cx="1920240" cy="960120"/>
              </a:xfrm>
              <a:prstGeom prst="parallelogram">
                <a:avLst>
                  <a:gd name="adj" fmla="val 4062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Parallelogram 101">
                <a:extLst>
                  <a:ext uri="{FF2B5EF4-FFF2-40B4-BE49-F238E27FC236}">
                    <a16:creationId xmlns:a16="http://schemas.microsoft.com/office/drawing/2014/main" id="{B0E3FAB7-3A21-2A03-FA70-C2A6525A04C2}"/>
                  </a:ext>
                </a:extLst>
              </p:cNvPr>
              <p:cNvSpPr/>
              <p:nvPr/>
            </p:nvSpPr>
            <p:spPr>
              <a:xfrm rot="903948">
                <a:off x="3406138" y="2969570"/>
                <a:ext cx="1920240" cy="960120"/>
              </a:xfrm>
              <a:prstGeom prst="parallelogram">
                <a:avLst>
                  <a:gd name="adj" fmla="val 4062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Parallelogram 102">
                <a:extLst>
                  <a:ext uri="{FF2B5EF4-FFF2-40B4-BE49-F238E27FC236}">
                    <a16:creationId xmlns:a16="http://schemas.microsoft.com/office/drawing/2014/main" id="{210A8258-F123-A161-8543-702B6FE48729}"/>
                  </a:ext>
                </a:extLst>
              </p:cNvPr>
              <p:cNvSpPr/>
              <p:nvPr/>
            </p:nvSpPr>
            <p:spPr>
              <a:xfrm rot="903948">
                <a:off x="3406138" y="2775786"/>
                <a:ext cx="1920240" cy="960120"/>
              </a:xfrm>
              <a:prstGeom prst="parallelogram">
                <a:avLst>
                  <a:gd name="adj" fmla="val 4062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Parallelogram 103">
                <a:extLst>
                  <a:ext uri="{FF2B5EF4-FFF2-40B4-BE49-F238E27FC236}">
                    <a16:creationId xmlns:a16="http://schemas.microsoft.com/office/drawing/2014/main" id="{9A51A083-55F7-90A0-1B6E-1E6B6B59780B}"/>
                  </a:ext>
                </a:extLst>
              </p:cNvPr>
              <p:cNvSpPr/>
              <p:nvPr/>
            </p:nvSpPr>
            <p:spPr>
              <a:xfrm rot="903948">
                <a:off x="3406138" y="2582002"/>
                <a:ext cx="1920240" cy="960120"/>
              </a:xfrm>
              <a:prstGeom prst="parallelogram">
                <a:avLst>
                  <a:gd name="adj" fmla="val 4062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Parallelogram 104">
                <a:extLst>
                  <a:ext uri="{FF2B5EF4-FFF2-40B4-BE49-F238E27FC236}">
                    <a16:creationId xmlns:a16="http://schemas.microsoft.com/office/drawing/2014/main" id="{C46F3882-5CE5-B818-26F7-E286776358B3}"/>
                  </a:ext>
                </a:extLst>
              </p:cNvPr>
              <p:cNvSpPr/>
              <p:nvPr/>
            </p:nvSpPr>
            <p:spPr>
              <a:xfrm rot="903948">
                <a:off x="3406138" y="2388218"/>
                <a:ext cx="1920240" cy="960120"/>
              </a:xfrm>
              <a:prstGeom prst="parallelogram">
                <a:avLst>
                  <a:gd name="adj" fmla="val 4062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F697C7AD-2957-7D83-E31E-D6CE8CD444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4358" y="3082247"/>
                <a:ext cx="0" cy="11849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16C6D30A-E059-6676-7060-B3E3A0C260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636" y="3464419"/>
                <a:ext cx="0" cy="11849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C571CD54-5799-AD5B-9B9D-1329341B5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5205" y="2648849"/>
                <a:ext cx="0" cy="11849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E455D662-368F-6DAE-BA5F-031467F7D681}"/>
                  </a:ext>
                </a:extLst>
              </p:cNvPr>
              <p:cNvSpPr/>
              <p:nvPr/>
            </p:nvSpPr>
            <p:spPr>
              <a:xfrm>
                <a:off x="3320824" y="3097658"/>
                <a:ext cx="1453793" cy="559942"/>
              </a:xfrm>
              <a:custGeom>
                <a:avLst/>
                <a:gdLst>
                  <a:gd name="connsiteX0" fmla="*/ 0 w 1453793"/>
                  <a:gd name="connsiteY0" fmla="*/ 0 h 559942"/>
                  <a:gd name="connsiteX1" fmla="*/ 0 w 1453793"/>
                  <a:gd name="connsiteY1" fmla="*/ 169524 h 559942"/>
                  <a:gd name="connsiteX2" fmla="*/ 1443519 w 1453793"/>
                  <a:gd name="connsiteY2" fmla="*/ 559942 h 559942"/>
                  <a:gd name="connsiteX3" fmla="*/ 1453793 w 1453793"/>
                  <a:gd name="connsiteY3" fmla="*/ 390418 h 559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3793" h="559942">
                    <a:moveTo>
                      <a:pt x="0" y="0"/>
                    </a:moveTo>
                    <a:lnTo>
                      <a:pt x="0" y="169524"/>
                    </a:lnTo>
                    <a:lnTo>
                      <a:pt x="1443519" y="559942"/>
                    </a:lnTo>
                    <a:lnTo>
                      <a:pt x="1453793" y="390418"/>
                    </a:lnTo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833C6AF6-D455-F881-04B7-46936D6AB13A}"/>
                  </a:ext>
                </a:extLst>
              </p:cNvPr>
              <p:cNvSpPr/>
              <p:nvPr/>
            </p:nvSpPr>
            <p:spPr>
              <a:xfrm>
                <a:off x="3320824" y="3289506"/>
                <a:ext cx="1453793" cy="559942"/>
              </a:xfrm>
              <a:custGeom>
                <a:avLst/>
                <a:gdLst>
                  <a:gd name="connsiteX0" fmla="*/ 0 w 1453793"/>
                  <a:gd name="connsiteY0" fmla="*/ 0 h 559942"/>
                  <a:gd name="connsiteX1" fmla="*/ 0 w 1453793"/>
                  <a:gd name="connsiteY1" fmla="*/ 169524 h 559942"/>
                  <a:gd name="connsiteX2" fmla="*/ 1443519 w 1453793"/>
                  <a:gd name="connsiteY2" fmla="*/ 559942 h 559942"/>
                  <a:gd name="connsiteX3" fmla="*/ 1453793 w 1453793"/>
                  <a:gd name="connsiteY3" fmla="*/ 390418 h 559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3793" h="559942">
                    <a:moveTo>
                      <a:pt x="0" y="0"/>
                    </a:moveTo>
                    <a:lnTo>
                      <a:pt x="0" y="169524"/>
                    </a:lnTo>
                    <a:lnTo>
                      <a:pt x="1443519" y="559942"/>
                    </a:lnTo>
                    <a:lnTo>
                      <a:pt x="1453793" y="390418"/>
                    </a:lnTo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9387A6D8-4595-57A9-0F3C-F447F55A68D2}"/>
                  </a:ext>
                </a:extLst>
              </p:cNvPr>
              <p:cNvSpPr/>
              <p:nvPr/>
            </p:nvSpPr>
            <p:spPr>
              <a:xfrm>
                <a:off x="3320824" y="3481354"/>
                <a:ext cx="1453793" cy="559942"/>
              </a:xfrm>
              <a:custGeom>
                <a:avLst/>
                <a:gdLst>
                  <a:gd name="connsiteX0" fmla="*/ 0 w 1453793"/>
                  <a:gd name="connsiteY0" fmla="*/ 0 h 559942"/>
                  <a:gd name="connsiteX1" fmla="*/ 0 w 1453793"/>
                  <a:gd name="connsiteY1" fmla="*/ 169524 h 559942"/>
                  <a:gd name="connsiteX2" fmla="*/ 1443519 w 1453793"/>
                  <a:gd name="connsiteY2" fmla="*/ 559942 h 559942"/>
                  <a:gd name="connsiteX3" fmla="*/ 1453793 w 1453793"/>
                  <a:gd name="connsiteY3" fmla="*/ 390418 h 559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3793" h="559942">
                    <a:moveTo>
                      <a:pt x="0" y="0"/>
                    </a:moveTo>
                    <a:lnTo>
                      <a:pt x="0" y="169524"/>
                    </a:lnTo>
                    <a:lnTo>
                      <a:pt x="1443519" y="559942"/>
                    </a:lnTo>
                    <a:lnTo>
                      <a:pt x="1453793" y="390418"/>
                    </a:lnTo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0D13F409-69C2-168C-2587-46093B560041}"/>
                  </a:ext>
                </a:extLst>
              </p:cNvPr>
              <p:cNvSpPr/>
              <p:nvPr/>
            </p:nvSpPr>
            <p:spPr>
              <a:xfrm>
                <a:off x="3320824" y="3673202"/>
                <a:ext cx="1453793" cy="559942"/>
              </a:xfrm>
              <a:custGeom>
                <a:avLst/>
                <a:gdLst>
                  <a:gd name="connsiteX0" fmla="*/ 0 w 1453793"/>
                  <a:gd name="connsiteY0" fmla="*/ 0 h 559942"/>
                  <a:gd name="connsiteX1" fmla="*/ 0 w 1453793"/>
                  <a:gd name="connsiteY1" fmla="*/ 169524 h 559942"/>
                  <a:gd name="connsiteX2" fmla="*/ 1443519 w 1453793"/>
                  <a:gd name="connsiteY2" fmla="*/ 559942 h 559942"/>
                  <a:gd name="connsiteX3" fmla="*/ 1453793 w 1453793"/>
                  <a:gd name="connsiteY3" fmla="*/ 390418 h 559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3793" h="559942">
                    <a:moveTo>
                      <a:pt x="0" y="0"/>
                    </a:moveTo>
                    <a:lnTo>
                      <a:pt x="0" y="169524"/>
                    </a:lnTo>
                    <a:lnTo>
                      <a:pt x="1443519" y="559942"/>
                    </a:lnTo>
                    <a:lnTo>
                      <a:pt x="1453793" y="390418"/>
                    </a:lnTo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CBEB6C3-42F9-4B7A-2AE2-5093CAF5B549}"/>
                  </a:ext>
                </a:extLst>
              </p:cNvPr>
              <p:cNvSpPr/>
              <p:nvPr/>
            </p:nvSpPr>
            <p:spPr>
              <a:xfrm>
                <a:off x="3320824" y="3865050"/>
                <a:ext cx="1453793" cy="559942"/>
              </a:xfrm>
              <a:custGeom>
                <a:avLst/>
                <a:gdLst>
                  <a:gd name="connsiteX0" fmla="*/ 0 w 1453793"/>
                  <a:gd name="connsiteY0" fmla="*/ 0 h 559942"/>
                  <a:gd name="connsiteX1" fmla="*/ 0 w 1453793"/>
                  <a:gd name="connsiteY1" fmla="*/ 169524 h 559942"/>
                  <a:gd name="connsiteX2" fmla="*/ 1443519 w 1453793"/>
                  <a:gd name="connsiteY2" fmla="*/ 559942 h 559942"/>
                  <a:gd name="connsiteX3" fmla="*/ 1453793 w 1453793"/>
                  <a:gd name="connsiteY3" fmla="*/ 390418 h 559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3793" h="559942">
                    <a:moveTo>
                      <a:pt x="0" y="0"/>
                    </a:moveTo>
                    <a:lnTo>
                      <a:pt x="0" y="169524"/>
                    </a:lnTo>
                    <a:lnTo>
                      <a:pt x="1443519" y="559942"/>
                    </a:lnTo>
                    <a:lnTo>
                      <a:pt x="1453793" y="390418"/>
                    </a:lnTo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98924386-AC22-F9DA-C608-106B693E86A4}"/>
                  </a:ext>
                </a:extLst>
              </p:cNvPr>
              <p:cNvSpPr/>
              <p:nvPr/>
            </p:nvSpPr>
            <p:spPr>
              <a:xfrm>
                <a:off x="3320824" y="4056896"/>
                <a:ext cx="1453793" cy="559942"/>
              </a:xfrm>
              <a:custGeom>
                <a:avLst/>
                <a:gdLst>
                  <a:gd name="connsiteX0" fmla="*/ 0 w 1453793"/>
                  <a:gd name="connsiteY0" fmla="*/ 0 h 559942"/>
                  <a:gd name="connsiteX1" fmla="*/ 0 w 1453793"/>
                  <a:gd name="connsiteY1" fmla="*/ 169524 h 559942"/>
                  <a:gd name="connsiteX2" fmla="*/ 1443519 w 1453793"/>
                  <a:gd name="connsiteY2" fmla="*/ 559942 h 559942"/>
                  <a:gd name="connsiteX3" fmla="*/ 1453793 w 1453793"/>
                  <a:gd name="connsiteY3" fmla="*/ 390418 h 559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3793" h="559942">
                    <a:moveTo>
                      <a:pt x="0" y="0"/>
                    </a:moveTo>
                    <a:lnTo>
                      <a:pt x="0" y="169524"/>
                    </a:lnTo>
                    <a:lnTo>
                      <a:pt x="1443519" y="559942"/>
                    </a:lnTo>
                    <a:lnTo>
                      <a:pt x="1453793" y="390418"/>
                    </a:lnTo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DB24F5A7-0B62-4930-C792-40D5A3937690}"/>
                  </a:ext>
                </a:extLst>
              </p:cNvPr>
              <p:cNvSpPr/>
              <p:nvPr/>
            </p:nvSpPr>
            <p:spPr>
              <a:xfrm>
                <a:off x="4793618" y="2676418"/>
                <a:ext cx="621587" cy="960634"/>
              </a:xfrm>
              <a:custGeom>
                <a:avLst/>
                <a:gdLst>
                  <a:gd name="connsiteX0" fmla="*/ 10275 w 621587"/>
                  <a:gd name="connsiteY0" fmla="*/ 960634 h 960634"/>
                  <a:gd name="connsiteX1" fmla="*/ 621587 w 621587"/>
                  <a:gd name="connsiteY1" fmla="*/ 159249 h 960634"/>
                  <a:gd name="connsiteX2" fmla="*/ 621587 w 621587"/>
                  <a:gd name="connsiteY2" fmla="*/ 0 h 960634"/>
                  <a:gd name="connsiteX3" fmla="*/ 0 w 621587"/>
                  <a:gd name="connsiteY3" fmla="*/ 801384 h 960634"/>
                  <a:gd name="connsiteX4" fmla="*/ 10275 w 621587"/>
                  <a:gd name="connsiteY4" fmla="*/ 960634 h 96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587" h="960634">
                    <a:moveTo>
                      <a:pt x="10275" y="960634"/>
                    </a:moveTo>
                    <a:lnTo>
                      <a:pt x="621587" y="159249"/>
                    </a:lnTo>
                    <a:lnTo>
                      <a:pt x="621587" y="0"/>
                    </a:lnTo>
                    <a:lnTo>
                      <a:pt x="0" y="801384"/>
                    </a:lnTo>
                    <a:lnTo>
                      <a:pt x="10275" y="960634"/>
                    </a:lnTo>
                    <a:close/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526A7A62-48B3-AA3A-2A77-8DE0F4B2CFF4}"/>
                  </a:ext>
                </a:extLst>
              </p:cNvPr>
              <p:cNvSpPr/>
              <p:nvPr/>
            </p:nvSpPr>
            <p:spPr>
              <a:xfrm>
                <a:off x="4793618" y="2873168"/>
                <a:ext cx="621587" cy="960634"/>
              </a:xfrm>
              <a:custGeom>
                <a:avLst/>
                <a:gdLst>
                  <a:gd name="connsiteX0" fmla="*/ 10275 w 621587"/>
                  <a:gd name="connsiteY0" fmla="*/ 960634 h 960634"/>
                  <a:gd name="connsiteX1" fmla="*/ 621587 w 621587"/>
                  <a:gd name="connsiteY1" fmla="*/ 159249 h 960634"/>
                  <a:gd name="connsiteX2" fmla="*/ 621587 w 621587"/>
                  <a:gd name="connsiteY2" fmla="*/ 0 h 960634"/>
                  <a:gd name="connsiteX3" fmla="*/ 0 w 621587"/>
                  <a:gd name="connsiteY3" fmla="*/ 801384 h 960634"/>
                  <a:gd name="connsiteX4" fmla="*/ 10275 w 621587"/>
                  <a:gd name="connsiteY4" fmla="*/ 960634 h 96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587" h="960634">
                    <a:moveTo>
                      <a:pt x="10275" y="960634"/>
                    </a:moveTo>
                    <a:lnTo>
                      <a:pt x="621587" y="159249"/>
                    </a:lnTo>
                    <a:lnTo>
                      <a:pt x="621587" y="0"/>
                    </a:lnTo>
                    <a:lnTo>
                      <a:pt x="0" y="801384"/>
                    </a:lnTo>
                    <a:lnTo>
                      <a:pt x="10275" y="960634"/>
                    </a:lnTo>
                    <a:close/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3F71A2-E19D-CBDD-28CE-5FB7E0866D63}"/>
                  </a:ext>
                </a:extLst>
              </p:cNvPr>
              <p:cNvSpPr/>
              <p:nvPr/>
            </p:nvSpPr>
            <p:spPr>
              <a:xfrm>
                <a:off x="4793618" y="3069918"/>
                <a:ext cx="621587" cy="960634"/>
              </a:xfrm>
              <a:custGeom>
                <a:avLst/>
                <a:gdLst>
                  <a:gd name="connsiteX0" fmla="*/ 10275 w 621587"/>
                  <a:gd name="connsiteY0" fmla="*/ 960634 h 960634"/>
                  <a:gd name="connsiteX1" fmla="*/ 621587 w 621587"/>
                  <a:gd name="connsiteY1" fmla="*/ 159249 h 960634"/>
                  <a:gd name="connsiteX2" fmla="*/ 621587 w 621587"/>
                  <a:gd name="connsiteY2" fmla="*/ 0 h 960634"/>
                  <a:gd name="connsiteX3" fmla="*/ 0 w 621587"/>
                  <a:gd name="connsiteY3" fmla="*/ 801384 h 960634"/>
                  <a:gd name="connsiteX4" fmla="*/ 10275 w 621587"/>
                  <a:gd name="connsiteY4" fmla="*/ 960634 h 96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587" h="960634">
                    <a:moveTo>
                      <a:pt x="10275" y="960634"/>
                    </a:moveTo>
                    <a:lnTo>
                      <a:pt x="621587" y="159249"/>
                    </a:lnTo>
                    <a:lnTo>
                      <a:pt x="621587" y="0"/>
                    </a:lnTo>
                    <a:lnTo>
                      <a:pt x="0" y="801384"/>
                    </a:lnTo>
                    <a:lnTo>
                      <a:pt x="10275" y="960634"/>
                    </a:lnTo>
                    <a:close/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A4B2B96C-64A9-C66D-435E-1A4920F71CD6}"/>
                  </a:ext>
                </a:extLst>
              </p:cNvPr>
              <p:cNvSpPr/>
              <p:nvPr/>
            </p:nvSpPr>
            <p:spPr>
              <a:xfrm>
                <a:off x="4793618" y="3266668"/>
                <a:ext cx="621587" cy="960634"/>
              </a:xfrm>
              <a:custGeom>
                <a:avLst/>
                <a:gdLst>
                  <a:gd name="connsiteX0" fmla="*/ 10275 w 621587"/>
                  <a:gd name="connsiteY0" fmla="*/ 960634 h 960634"/>
                  <a:gd name="connsiteX1" fmla="*/ 621587 w 621587"/>
                  <a:gd name="connsiteY1" fmla="*/ 159249 h 960634"/>
                  <a:gd name="connsiteX2" fmla="*/ 621587 w 621587"/>
                  <a:gd name="connsiteY2" fmla="*/ 0 h 960634"/>
                  <a:gd name="connsiteX3" fmla="*/ 0 w 621587"/>
                  <a:gd name="connsiteY3" fmla="*/ 801384 h 960634"/>
                  <a:gd name="connsiteX4" fmla="*/ 10275 w 621587"/>
                  <a:gd name="connsiteY4" fmla="*/ 960634 h 96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587" h="960634">
                    <a:moveTo>
                      <a:pt x="10275" y="960634"/>
                    </a:moveTo>
                    <a:lnTo>
                      <a:pt x="621587" y="159249"/>
                    </a:lnTo>
                    <a:lnTo>
                      <a:pt x="621587" y="0"/>
                    </a:lnTo>
                    <a:lnTo>
                      <a:pt x="0" y="801384"/>
                    </a:lnTo>
                    <a:lnTo>
                      <a:pt x="10275" y="960634"/>
                    </a:lnTo>
                    <a:close/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29D129B5-4B02-F1E7-F2D8-FEC5306C0A75}"/>
                  </a:ext>
                </a:extLst>
              </p:cNvPr>
              <p:cNvSpPr/>
              <p:nvPr/>
            </p:nvSpPr>
            <p:spPr>
              <a:xfrm>
                <a:off x="4793618" y="3463418"/>
                <a:ext cx="621587" cy="960634"/>
              </a:xfrm>
              <a:custGeom>
                <a:avLst/>
                <a:gdLst>
                  <a:gd name="connsiteX0" fmla="*/ 10275 w 621587"/>
                  <a:gd name="connsiteY0" fmla="*/ 960634 h 960634"/>
                  <a:gd name="connsiteX1" fmla="*/ 621587 w 621587"/>
                  <a:gd name="connsiteY1" fmla="*/ 159249 h 960634"/>
                  <a:gd name="connsiteX2" fmla="*/ 621587 w 621587"/>
                  <a:gd name="connsiteY2" fmla="*/ 0 h 960634"/>
                  <a:gd name="connsiteX3" fmla="*/ 0 w 621587"/>
                  <a:gd name="connsiteY3" fmla="*/ 801384 h 960634"/>
                  <a:gd name="connsiteX4" fmla="*/ 10275 w 621587"/>
                  <a:gd name="connsiteY4" fmla="*/ 960634 h 96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587" h="960634">
                    <a:moveTo>
                      <a:pt x="10275" y="960634"/>
                    </a:moveTo>
                    <a:lnTo>
                      <a:pt x="621587" y="159249"/>
                    </a:lnTo>
                    <a:lnTo>
                      <a:pt x="621587" y="0"/>
                    </a:lnTo>
                    <a:lnTo>
                      <a:pt x="0" y="801384"/>
                    </a:lnTo>
                    <a:lnTo>
                      <a:pt x="10275" y="960634"/>
                    </a:lnTo>
                    <a:close/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75FC1D3D-4C9C-1135-1CD9-84244231C513}"/>
                  </a:ext>
                </a:extLst>
              </p:cNvPr>
              <p:cNvSpPr/>
              <p:nvPr/>
            </p:nvSpPr>
            <p:spPr>
              <a:xfrm>
                <a:off x="4793618" y="3660170"/>
                <a:ext cx="621587" cy="960634"/>
              </a:xfrm>
              <a:custGeom>
                <a:avLst/>
                <a:gdLst>
                  <a:gd name="connsiteX0" fmla="*/ 10275 w 621587"/>
                  <a:gd name="connsiteY0" fmla="*/ 960634 h 960634"/>
                  <a:gd name="connsiteX1" fmla="*/ 621587 w 621587"/>
                  <a:gd name="connsiteY1" fmla="*/ 159249 h 960634"/>
                  <a:gd name="connsiteX2" fmla="*/ 621587 w 621587"/>
                  <a:gd name="connsiteY2" fmla="*/ 0 h 960634"/>
                  <a:gd name="connsiteX3" fmla="*/ 0 w 621587"/>
                  <a:gd name="connsiteY3" fmla="*/ 801384 h 960634"/>
                  <a:gd name="connsiteX4" fmla="*/ 10275 w 621587"/>
                  <a:gd name="connsiteY4" fmla="*/ 960634 h 96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587" h="960634">
                    <a:moveTo>
                      <a:pt x="10275" y="960634"/>
                    </a:moveTo>
                    <a:lnTo>
                      <a:pt x="621587" y="159249"/>
                    </a:lnTo>
                    <a:lnTo>
                      <a:pt x="621587" y="0"/>
                    </a:lnTo>
                    <a:lnTo>
                      <a:pt x="0" y="801384"/>
                    </a:lnTo>
                    <a:lnTo>
                      <a:pt x="10275" y="960634"/>
                    </a:lnTo>
                    <a:close/>
                  </a:path>
                </a:pathLst>
              </a:custGeom>
              <a:solidFill>
                <a:srgbClr val="F1F0C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8E223EB-9ACF-E751-2870-84C4BE7CB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2552" y="3823393"/>
              <a:ext cx="543196" cy="72437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36B8496-AF16-01CA-E9CB-419F888CB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4135" y="4288992"/>
              <a:ext cx="0" cy="122821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E25BF4EA-EB69-7D85-1956-42429B62CA4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106" y="3895059"/>
              <a:ext cx="1426577" cy="40875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CBA1C04-2D51-2D45-0D6A-C17E7921EE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62552" y="4646910"/>
              <a:ext cx="11637" cy="12530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8BC110B1-D409-F5EC-D16A-164D1E34D6E3}"/>
              </a:ext>
            </a:extLst>
          </p:cNvPr>
          <p:cNvSpPr txBox="1"/>
          <p:nvPr/>
        </p:nvSpPr>
        <p:spPr>
          <a:xfrm>
            <a:off x="9376065" y="5963170"/>
            <a:ext cx="2688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(Slip on Weak Planes)</a:t>
            </a: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F755D25C-AAA7-07C3-02A0-EABE7FC9B5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3526" y="-226600"/>
            <a:ext cx="1830093" cy="1823238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6A0DB088-B70A-44CF-CF83-274AF7EC8C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4426" y="320082"/>
            <a:ext cx="1446623" cy="1474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B58CC8C-5A43-40B2-147C-431C27A047D7}"/>
                  </a:ext>
                </a:extLst>
              </p:cNvPr>
              <p:cNvSpPr txBox="1"/>
              <p:nvPr/>
            </p:nvSpPr>
            <p:spPr>
              <a:xfrm>
                <a:off x="5656448" y="816237"/>
                <a:ext cx="854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B58CC8C-5A43-40B2-147C-431C27A04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448" y="816237"/>
                <a:ext cx="854444" cy="369332"/>
              </a:xfrm>
              <a:prstGeom prst="rect">
                <a:avLst/>
              </a:prstGeom>
              <a:blipFill>
                <a:blip r:embed="rId10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4478E38-57E8-75C4-0949-BCCEAC1AD87B}"/>
                  </a:ext>
                </a:extLst>
              </p:cNvPr>
              <p:cNvSpPr txBox="1"/>
              <p:nvPr/>
            </p:nvSpPr>
            <p:spPr>
              <a:xfrm>
                <a:off x="4607138" y="5451872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4478E38-57E8-75C4-0949-BCCEAC1AD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138" y="5451872"/>
                <a:ext cx="854444" cy="646331"/>
              </a:xfrm>
              <a:prstGeom prst="rect">
                <a:avLst/>
              </a:prstGeom>
              <a:blipFill>
                <a:blip r:embed="rId11"/>
                <a:stretch>
                  <a:fillRect t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A735661-C9F7-BDD4-4DF4-AD5AEFE872DC}"/>
                  </a:ext>
                </a:extLst>
              </p:cNvPr>
              <p:cNvSpPr txBox="1"/>
              <p:nvPr/>
            </p:nvSpPr>
            <p:spPr>
              <a:xfrm>
                <a:off x="10251247" y="3588198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A735661-C9F7-BDD4-4DF4-AD5AEFE8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1247" y="3588198"/>
                <a:ext cx="854444" cy="646331"/>
              </a:xfrm>
              <a:prstGeom prst="rect">
                <a:avLst/>
              </a:prstGeom>
              <a:blipFill>
                <a:blip r:embed="rId12"/>
                <a:stretch>
                  <a:fillRect t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071E4E49-94CA-FE57-0E3D-1F36D986C27F}"/>
                  </a:ext>
                </a:extLst>
              </p:cNvPr>
              <p:cNvSpPr txBox="1"/>
              <p:nvPr/>
            </p:nvSpPr>
            <p:spPr>
              <a:xfrm rot="18823951">
                <a:off x="8935083" y="856984"/>
                <a:ext cx="710232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071E4E49-94CA-FE57-0E3D-1F36D986C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3951">
                <a:off x="8935083" y="856984"/>
                <a:ext cx="710232" cy="4277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97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EB6720D-D209-CCC7-C4F5-F357EC0D3C18}"/>
              </a:ext>
            </a:extLst>
          </p:cNvPr>
          <p:cNvGrpSpPr/>
          <p:nvPr/>
        </p:nvGrpSpPr>
        <p:grpSpPr>
          <a:xfrm>
            <a:off x="-184450" y="-748101"/>
            <a:ext cx="2842659" cy="2785247"/>
            <a:chOff x="1463597" y="1601694"/>
            <a:chExt cx="2842659" cy="278524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94F9707-0114-1D08-5C91-780BD32369A3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 flipH="1">
              <a:off x="1470212" y="1620263"/>
              <a:ext cx="829395" cy="27434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5F9E10A-BD46-2CA2-B680-45DBD533C4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597" y="2443309"/>
              <a:ext cx="2026928" cy="194363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riangle 37">
              <a:extLst>
                <a:ext uri="{FF2B5EF4-FFF2-40B4-BE49-F238E27FC236}">
                  <a16:creationId xmlns:a16="http://schemas.microsoft.com/office/drawing/2014/main" id="{709577CE-4280-E177-F67E-3E3E2CD860E2}"/>
                </a:ext>
              </a:extLst>
            </p:cNvPr>
            <p:cNvSpPr/>
            <p:nvPr/>
          </p:nvSpPr>
          <p:spPr>
            <a:xfrm>
              <a:off x="2810457" y="3645153"/>
              <a:ext cx="1495799" cy="480171"/>
            </a:xfrm>
            <a:custGeom>
              <a:avLst/>
              <a:gdLst>
                <a:gd name="csX0" fmla="*/ 0 w 1842994"/>
                <a:gd name="csY0" fmla="*/ 567764 h 567764"/>
                <a:gd name="csX1" fmla="*/ 921497 w 1842994"/>
                <a:gd name="csY1" fmla="*/ 0 h 567764"/>
                <a:gd name="csX2" fmla="*/ 1842994 w 1842994"/>
                <a:gd name="csY2" fmla="*/ 567764 h 567764"/>
                <a:gd name="csX3" fmla="*/ 0 w 1842994"/>
                <a:gd name="csY3" fmla="*/ 567764 h 567764"/>
                <a:gd name="csX0" fmla="*/ 0 w 1842994"/>
                <a:gd name="csY0" fmla="*/ 1673411 h 1673411"/>
                <a:gd name="csX1" fmla="*/ 1602815 w 1842994"/>
                <a:gd name="csY1" fmla="*/ 0 h 1673411"/>
                <a:gd name="csX2" fmla="*/ 1842994 w 1842994"/>
                <a:gd name="csY2" fmla="*/ 1673411 h 1673411"/>
                <a:gd name="csX3" fmla="*/ 0 w 1842994"/>
                <a:gd name="csY3" fmla="*/ 1673411 h 1673411"/>
                <a:gd name="csX0" fmla="*/ 0 w 1602815"/>
                <a:gd name="csY0" fmla="*/ 1673411 h 1673411"/>
                <a:gd name="csX1" fmla="*/ 1602815 w 1602815"/>
                <a:gd name="csY1" fmla="*/ 0 h 1673411"/>
                <a:gd name="csX2" fmla="*/ 605865 w 1602815"/>
                <a:gd name="csY2" fmla="*/ 496046 h 1673411"/>
                <a:gd name="csX3" fmla="*/ 0 w 1602815"/>
                <a:gd name="csY3" fmla="*/ 1673411 h 1673411"/>
                <a:gd name="csX0" fmla="*/ 0 w 1435474"/>
                <a:gd name="csY0" fmla="*/ 388470 h 496046"/>
                <a:gd name="csX1" fmla="*/ 1435474 w 1435474"/>
                <a:gd name="csY1" fmla="*/ 0 h 496046"/>
                <a:gd name="csX2" fmla="*/ 438524 w 1435474"/>
                <a:gd name="csY2" fmla="*/ 496046 h 496046"/>
                <a:gd name="csX3" fmla="*/ 0 w 1435474"/>
                <a:gd name="csY3" fmla="*/ 388470 h 496046"/>
                <a:gd name="csX0" fmla="*/ 0 w 1473574"/>
                <a:gd name="csY0" fmla="*/ 407520 h 496046"/>
                <a:gd name="csX1" fmla="*/ 1473574 w 1473574"/>
                <a:gd name="csY1" fmla="*/ 0 h 496046"/>
                <a:gd name="csX2" fmla="*/ 476624 w 1473574"/>
                <a:gd name="csY2" fmla="*/ 496046 h 496046"/>
                <a:gd name="csX3" fmla="*/ 0 w 1473574"/>
                <a:gd name="csY3" fmla="*/ 407520 h 496046"/>
                <a:gd name="csX0" fmla="*/ 0 w 1495799"/>
                <a:gd name="csY0" fmla="*/ 391645 h 480171"/>
                <a:gd name="csX1" fmla="*/ 1495799 w 1495799"/>
                <a:gd name="csY1" fmla="*/ 0 h 480171"/>
                <a:gd name="csX2" fmla="*/ 476624 w 1495799"/>
                <a:gd name="csY2" fmla="*/ 480171 h 480171"/>
                <a:gd name="csX3" fmla="*/ 0 w 1495799"/>
                <a:gd name="csY3" fmla="*/ 391645 h 480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5799" h="480171">
                  <a:moveTo>
                    <a:pt x="0" y="391645"/>
                  </a:moveTo>
                  <a:lnTo>
                    <a:pt x="1495799" y="0"/>
                  </a:lnTo>
                  <a:lnTo>
                    <a:pt x="476624" y="480171"/>
                  </a:lnTo>
                  <a:lnTo>
                    <a:pt x="0" y="3916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iangle 38">
              <a:extLst>
                <a:ext uri="{FF2B5EF4-FFF2-40B4-BE49-F238E27FC236}">
                  <a16:creationId xmlns:a16="http://schemas.microsoft.com/office/drawing/2014/main" id="{DC5FBAF0-E1D3-318F-72D5-225D792EC4F1}"/>
                </a:ext>
              </a:extLst>
            </p:cNvPr>
            <p:cNvSpPr/>
            <p:nvPr/>
          </p:nvSpPr>
          <p:spPr>
            <a:xfrm>
              <a:off x="1865606" y="1601694"/>
              <a:ext cx="439746" cy="1384033"/>
            </a:xfrm>
            <a:custGeom>
              <a:avLst/>
              <a:gdLst>
                <a:gd name="csX0" fmla="*/ 0 w 1202219"/>
                <a:gd name="csY0" fmla="*/ 379986 h 379986"/>
                <a:gd name="csX1" fmla="*/ 601110 w 1202219"/>
                <a:gd name="csY1" fmla="*/ 0 h 379986"/>
                <a:gd name="csX2" fmla="*/ 1202219 w 1202219"/>
                <a:gd name="csY2" fmla="*/ 379986 h 379986"/>
                <a:gd name="csX3" fmla="*/ 0 w 1202219"/>
                <a:gd name="csY3" fmla="*/ 379986 h 379986"/>
                <a:gd name="csX0" fmla="*/ 0 w 1698266"/>
                <a:gd name="csY0" fmla="*/ 1372080 h 1372080"/>
                <a:gd name="csX1" fmla="*/ 1097157 w 1698266"/>
                <a:gd name="csY1" fmla="*/ 0 h 1372080"/>
                <a:gd name="csX2" fmla="*/ 1698266 w 1698266"/>
                <a:gd name="csY2" fmla="*/ 379986 h 1372080"/>
                <a:gd name="csX3" fmla="*/ 0 w 1698266"/>
                <a:gd name="csY3" fmla="*/ 1372080 h 1372080"/>
                <a:gd name="csX0" fmla="*/ 0 w 1698266"/>
                <a:gd name="csY0" fmla="*/ 1079233 h 1079233"/>
                <a:gd name="csX1" fmla="*/ 415840 w 1698266"/>
                <a:gd name="csY1" fmla="*/ 0 h 1079233"/>
                <a:gd name="csX2" fmla="*/ 1698266 w 1698266"/>
                <a:gd name="csY2" fmla="*/ 87139 h 1079233"/>
                <a:gd name="csX3" fmla="*/ 0 w 1698266"/>
                <a:gd name="csY3" fmla="*/ 1079233 h 1079233"/>
                <a:gd name="csX0" fmla="*/ 0 w 415840"/>
                <a:gd name="csY0" fmla="*/ 1079233 h 1378056"/>
                <a:gd name="csX1" fmla="*/ 415840 w 415840"/>
                <a:gd name="csY1" fmla="*/ 0 h 1378056"/>
                <a:gd name="csX2" fmla="*/ 18877 w 415840"/>
                <a:gd name="csY2" fmla="*/ 1378056 h 1378056"/>
                <a:gd name="csX3" fmla="*/ 0 w 415840"/>
                <a:gd name="csY3" fmla="*/ 1079233 h 1378056"/>
                <a:gd name="csX0" fmla="*/ 0 w 439746"/>
                <a:gd name="csY0" fmla="*/ 1085210 h 1384033"/>
                <a:gd name="csX1" fmla="*/ 439746 w 439746"/>
                <a:gd name="csY1" fmla="*/ 0 h 1384033"/>
                <a:gd name="csX2" fmla="*/ 18877 w 439746"/>
                <a:gd name="csY2" fmla="*/ 1384033 h 1384033"/>
                <a:gd name="csX3" fmla="*/ 0 w 439746"/>
                <a:gd name="csY3" fmla="*/ 1085210 h 1384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746" h="1384033">
                  <a:moveTo>
                    <a:pt x="0" y="1085210"/>
                  </a:moveTo>
                  <a:lnTo>
                    <a:pt x="439746" y="0"/>
                  </a:lnTo>
                  <a:lnTo>
                    <a:pt x="18877" y="1384033"/>
                  </a:lnTo>
                  <a:lnTo>
                    <a:pt x="0" y="10852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28">
              <a:extLst>
                <a:ext uri="{FF2B5EF4-FFF2-40B4-BE49-F238E27FC236}">
                  <a16:creationId xmlns:a16="http://schemas.microsoft.com/office/drawing/2014/main" id="{669F3B0C-80E9-173E-951F-A1A6A7A739AE}"/>
                </a:ext>
              </a:extLst>
            </p:cNvPr>
            <p:cNvSpPr/>
            <p:nvPr/>
          </p:nvSpPr>
          <p:spPr>
            <a:xfrm>
              <a:off x="1470212" y="2695390"/>
              <a:ext cx="1782883" cy="1668287"/>
            </a:xfrm>
            <a:custGeom>
              <a:avLst/>
              <a:gdLst>
                <a:gd name="csX0" fmla="*/ 0 w 879075"/>
                <a:gd name="csY0" fmla="*/ 1004899 h 1004899"/>
                <a:gd name="csX1" fmla="*/ 219769 w 879075"/>
                <a:gd name="csY1" fmla="*/ 0 h 1004899"/>
                <a:gd name="csX2" fmla="*/ 879075 w 879075"/>
                <a:gd name="csY2" fmla="*/ 0 h 1004899"/>
                <a:gd name="csX3" fmla="*/ 659306 w 879075"/>
                <a:gd name="csY3" fmla="*/ 1004899 h 1004899"/>
                <a:gd name="csX4" fmla="*/ 0 w 879075"/>
                <a:gd name="csY4" fmla="*/ 1004899 h 1004899"/>
                <a:gd name="csX0" fmla="*/ 0 w 2613612"/>
                <a:gd name="csY0" fmla="*/ 1004899 h 1602546"/>
                <a:gd name="csX1" fmla="*/ 219769 w 2613612"/>
                <a:gd name="csY1" fmla="*/ 0 h 1602546"/>
                <a:gd name="csX2" fmla="*/ 879075 w 2613612"/>
                <a:gd name="csY2" fmla="*/ 0 h 1602546"/>
                <a:gd name="csX3" fmla="*/ 2613612 w 2613612"/>
                <a:gd name="csY3" fmla="*/ 1602546 h 1602546"/>
                <a:gd name="csX4" fmla="*/ 0 w 2613612"/>
                <a:gd name="csY4" fmla="*/ 1004899 h 1602546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659306 w 2393843"/>
                <a:gd name="csY2" fmla="*/ 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1053753 w 2393843"/>
                <a:gd name="csY2" fmla="*/ 132080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442793 w 1782883"/>
                <a:gd name="csY2" fmla="*/ 1147482 h 1668287"/>
                <a:gd name="csX3" fmla="*/ 1782883 w 1782883"/>
                <a:gd name="csY3" fmla="*/ 1429228 h 1668287"/>
                <a:gd name="csX4" fmla="*/ 0 w 1782883"/>
                <a:gd name="csY4" fmla="*/ 1668287 h 1668287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526463 w 1782883"/>
                <a:gd name="csY2" fmla="*/ 1165411 h 1668287"/>
                <a:gd name="csX3" fmla="*/ 1782883 w 1782883"/>
                <a:gd name="csY3" fmla="*/ 1429228 h 1668287"/>
                <a:gd name="csX4" fmla="*/ 0 w 1782883"/>
                <a:gd name="csY4" fmla="*/ 1668287 h 16682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82883" h="1668287">
                  <a:moveTo>
                    <a:pt x="0" y="1668287"/>
                  </a:moveTo>
                  <a:lnTo>
                    <a:pt x="393087" y="0"/>
                  </a:lnTo>
                  <a:lnTo>
                    <a:pt x="526463" y="1165411"/>
                  </a:lnTo>
                  <a:lnTo>
                    <a:pt x="1782883" y="1429228"/>
                  </a:lnTo>
                  <a:lnTo>
                    <a:pt x="0" y="166828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Hexagon 4">
              <a:extLst>
                <a:ext uri="{FF2B5EF4-FFF2-40B4-BE49-F238E27FC236}">
                  <a16:creationId xmlns:a16="http://schemas.microsoft.com/office/drawing/2014/main" id="{267974F9-17BC-4D7D-2475-5503577A469B}"/>
                </a:ext>
              </a:extLst>
            </p:cNvPr>
            <p:cNvSpPr/>
            <p:nvPr/>
          </p:nvSpPr>
          <p:spPr>
            <a:xfrm>
              <a:off x="1856081" y="1603349"/>
              <a:ext cx="2431358" cy="2510329"/>
            </a:xfrm>
            <a:custGeom>
              <a:avLst/>
              <a:gdLst>
                <a:gd name="csX0" fmla="*/ 0 w 2917372"/>
                <a:gd name="csY0" fmla="*/ 1333500 h 2667000"/>
                <a:gd name="csX1" fmla="*/ 666750 w 2917372"/>
                <a:gd name="csY1" fmla="*/ 1 h 2667000"/>
                <a:gd name="csX2" fmla="*/ 2250622 w 2917372"/>
                <a:gd name="csY2" fmla="*/ 1 h 2667000"/>
                <a:gd name="csX3" fmla="*/ 2917372 w 2917372"/>
                <a:gd name="csY3" fmla="*/ 1333500 h 2667000"/>
                <a:gd name="csX4" fmla="*/ 2250622 w 2917372"/>
                <a:gd name="csY4" fmla="*/ 2666999 h 2667000"/>
                <a:gd name="csX5" fmla="*/ 666750 w 2917372"/>
                <a:gd name="csY5" fmla="*/ 2666999 h 2667000"/>
                <a:gd name="csX6" fmla="*/ 0 w 2917372"/>
                <a:gd name="csY6" fmla="*/ 1333500 h 2667000"/>
                <a:gd name="csX0" fmla="*/ 2838450 w 5755822"/>
                <a:gd name="csY0" fmla="*/ 1344385 h 2677884"/>
                <a:gd name="csX1" fmla="*/ 0 w 5755822"/>
                <a:gd name="csY1" fmla="*/ 0 h 2677884"/>
                <a:gd name="csX2" fmla="*/ 5089072 w 5755822"/>
                <a:gd name="csY2" fmla="*/ 10886 h 2677884"/>
                <a:gd name="csX3" fmla="*/ 5755822 w 5755822"/>
                <a:gd name="csY3" fmla="*/ 1344385 h 2677884"/>
                <a:gd name="csX4" fmla="*/ 5089072 w 5755822"/>
                <a:gd name="csY4" fmla="*/ 2677884 h 2677884"/>
                <a:gd name="csX5" fmla="*/ 3505200 w 5755822"/>
                <a:gd name="csY5" fmla="*/ 2677884 h 2677884"/>
                <a:gd name="csX6" fmla="*/ 2838450 w 5755822"/>
                <a:gd name="csY6" fmla="*/ 13443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3867150 w 6117772"/>
                <a:gd name="csY5" fmla="*/ 2677884 h 2677884"/>
                <a:gd name="csX6" fmla="*/ 0 w 6117772"/>
                <a:gd name="csY6" fmla="*/ 11919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111578 w 6117772"/>
                <a:gd name="csY5" fmla="*/ 2427513 h 2677884"/>
                <a:gd name="csX6" fmla="*/ 0 w 6117772"/>
                <a:gd name="csY6" fmla="*/ 1191985 h 2677884"/>
                <a:gd name="csX0" fmla="*/ 0 w 6117772"/>
                <a:gd name="csY0" fmla="*/ 1191985 h 2547255"/>
                <a:gd name="csX1" fmla="*/ 361950 w 6117772"/>
                <a:gd name="csY1" fmla="*/ 0 h 2547255"/>
                <a:gd name="csX2" fmla="*/ 5451022 w 6117772"/>
                <a:gd name="csY2" fmla="*/ 10886 h 2547255"/>
                <a:gd name="csX3" fmla="*/ 6117772 w 6117772"/>
                <a:gd name="csY3" fmla="*/ 1344385 h 2547255"/>
                <a:gd name="csX4" fmla="*/ 1445079 w 6117772"/>
                <a:gd name="csY4" fmla="*/ 2547255 h 2547255"/>
                <a:gd name="csX5" fmla="*/ 111578 w 6117772"/>
                <a:gd name="csY5" fmla="*/ 2427513 h 2547255"/>
                <a:gd name="csX6" fmla="*/ 0 w 611777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275115 w 5451022"/>
                <a:gd name="csY3" fmla="*/ 1311728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373087 w 5451022"/>
                <a:gd name="csY3" fmla="*/ 2117271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053193 w 2373087"/>
                <a:gd name="csY2" fmla="*/ 1066801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782536 w 2373087"/>
                <a:gd name="csY2" fmla="*/ 925287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460173"/>
                <a:gd name="csY0" fmla="*/ 1191985 h 2547255"/>
                <a:gd name="csX1" fmla="*/ 361950 w 2460173"/>
                <a:gd name="csY1" fmla="*/ 0 h 2547255"/>
                <a:gd name="csX2" fmla="*/ 1782536 w 2460173"/>
                <a:gd name="csY2" fmla="*/ 925287 h 2547255"/>
                <a:gd name="csX3" fmla="*/ 2460173 w 2460173"/>
                <a:gd name="csY3" fmla="*/ 2095500 h 2547255"/>
                <a:gd name="csX4" fmla="*/ 1445079 w 2460173"/>
                <a:gd name="csY4" fmla="*/ 2547255 h 2547255"/>
                <a:gd name="csX5" fmla="*/ 111578 w 2460173"/>
                <a:gd name="csY5" fmla="*/ 2427513 h 2547255"/>
                <a:gd name="csX6" fmla="*/ 0 w 2460173"/>
                <a:gd name="csY6" fmla="*/ 1191985 h 2547255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782536 w 2460173"/>
                <a:gd name="csY2" fmla="*/ 936173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641021 w 2460173"/>
                <a:gd name="csY2" fmla="*/ 870858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11578 w 2449288"/>
                <a:gd name="csY5" fmla="*/ 2438399 h 2558141"/>
                <a:gd name="csX6" fmla="*/ 0 w 2449288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55121 w 2449288"/>
                <a:gd name="csY5" fmla="*/ 2394856 h 2558141"/>
                <a:gd name="csX6" fmla="*/ 0 w 2449288"/>
                <a:gd name="csY6" fmla="*/ 1202871 h 2558141"/>
                <a:gd name="csX0" fmla="*/ 0 w 2431358"/>
                <a:gd name="csY0" fmla="*/ 1107248 h 2558141"/>
                <a:gd name="csX1" fmla="*/ 420220 w 2431358"/>
                <a:gd name="csY1" fmla="*/ 0 h 2558141"/>
                <a:gd name="csX2" fmla="*/ 1623091 w 2431358"/>
                <a:gd name="csY2" fmla="*/ 870858 h 2558141"/>
                <a:gd name="csX3" fmla="*/ 2431358 w 2431358"/>
                <a:gd name="csY3" fmla="*/ 2095500 h 2558141"/>
                <a:gd name="csX4" fmla="*/ 1427149 w 2431358"/>
                <a:gd name="csY4" fmla="*/ 2558141 h 2558141"/>
                <a:gd name="csX5" fmla="*/ 137191 w 2431358"/>
                <a:gd name="csY5" fmla="*/ 2394856 h 2558141"/>
                <a:gd name="csX6" fmla="*/ 0 w 2431358"/>
                <a:gd name="csY6" fmla="*/ 1107248 h 2558141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7191 w 2431358"/>
                <a:gd name="csY5" fmla="*/ 2347044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07308 w 2431358"/>
                <a:gd name="csY5" fmla="*/ 2239467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1214 w 2431358"/>
                <a:gd name="csY5" fmla="*/ 2251420 h 2510329"/>
                <a:gd name="csX6" fmla="*/ 0 w 2431358"/>
                <a:gd name="csY6" fmla="*/ 1059436 h 2510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31358" h="2510329">
                  <a:moveTo>
                    <a:pt x="0" y="1059436"/>
                  </a:moveTo>
                  <a:lnTo>
                    <a:pt x="432173" y="0"/>
                  </a:lnTo>
                  <a:lnTo>
                    <a:pt x="1623091" y="823046"/>
                  </a:lnTo>
                  <a:lnTo>
                    <a:pt x="2431358" y="2047688"/>
                  </a:lnTo>
                  <a:lnTo>
                    <a:pt x="1427149" y="2510329"/>
                  </a:lnTo>
                  <a:lnTo>
                    <a:pt x="131214" y="2251420"/>
                  </a:lnTo>
                  <a:lnTo>
                    <a:pt x="0" y="1059436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DE4449E-B266-943C-89D2-6F6A505B11B3}"/>
              </a:ext>
            </a:extLst>
          </p:cNvPr>
          <p:cNvGrpSpPr/>
          <p:nvPr/>
        </p:nvGrpSpPr>
        <p:grpSpPr>
          <a:xfrm>
            <a:off x="1362427" y="1960186"/>
            <a:ext cx="4256315" cy="4191000"/>
            <a:chOff x="446314" y="1175657"/>
            <a:chExt cx="4256315" cy="41910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41B5929-0CB5-EDBC-D5E5-18501DF42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314" y="4354285"/>
              <a:ext cx="1034143" cy="10123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3212AB-3645-F038-2428-AFB84D0C732C}"/>
                </a:ext>
              </a:extLst>
            </p:cNvPr>
            <p:cNvCxnSpPr>
              <a:cxnSpLocks/>
            </p:cNvCxnSpPr>
            <p:nvPr/>
          </p:nvCxnSpPr>
          <p:spPr>
            <a:xfrm>
              <a:off x="1480457" y="4354285"/>
              <a:ext cx="24492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4B3CE13-A8CF-3249-6B1B-040F98056D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1175657"/>
              <a:ext cx="76200" cy="3211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9E52B6E-AFE5-23B6-AA1C-A127707E9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1415143"/>
              <a:ext cx="3222172" cy="29717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F9064F5-8BA5-4E6F-4180-5DBA52B88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597" y="2443309"/>
              <a:ext cx="2026928" cy="194363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riangle 37">
              <a:extLst>
                <a:ext uri="{FF2B5EF4-FFF2-40B4-BE49-F238E27FC236}">
                  <a16:creationId xmlns:a16="http://schemas.microsoft.com/office/drawing/2014/main" id="{5E8AF373-1EBF-8FB3-B2B5-83A91BAA9C44}"/>
                </a:ext>
              </a:extLst>
            </p:cNvPr>
            <p:cNvSpPr/>
            <p:nvPr/>
          </p:nvSpPr>
          <p:spPr>
            <a:xfrm>
              <a:off x="2791603" y="3626299"/>
              <a:ext cx="1495799" cy="480171"/>
            </a:xfrm>
            <a:custGeom>
              <a:avLst/>
              <a:gdLst>
                <a:gd name="csX0" fmla="*/ 0 w 1842994"/>
                <a:gd name="csY0" fmla="*/ 567764 h 567764"/>
                <a:gd name="csX1" fmla="*/ 921497 w 1842994"/>
                <a:gd name="csY1" fmla="*/ 0 h 567764"/>
                <a:gd name="csX2" fmla="*/ 1842994 w 1842994"/>
                <a:gd name="csY2" fmla="*/ 567764 h 567764"/>
                <a:gd name="csX3" fmla="*/ 0 w 1842994"/>
                <a:gd name="csY3" fmla="*/ 567764 h 567764"/>
                <a:gd name="csX0" fmla="*/ 0 w 1842994"/>
                <a:gd name="csY0" fmla="*/ 1673411 h 1673411"/>
                <a:gd name="csX1" fmla="*/ 1602815 w 1842994"/>
                <a:gd name="csY1" fmla="*/ 0 h 1673411"/>
                <a:gd name="csX2" fmla="*/ 1842994 w 1842994"/>
                <a:gd name="csY2" fmla="*/ 1673411 h 1673411"/>
                <a:gd name="csX3" fmla="*/ 0 w 1842994"/>
                <a:gd name="csY3" fmla="*/ 1673411 h 1673411"/>
                <a:gd name="csX0" fmla="*/ 0 w 1602815"/>
                <a:gd name="csY0" fmla="*/ 1673411 h 1673411"/>
                <a:gd name="csX1" fmla="*/ 1602815 w 1602815"/>
                <a:gd name="csY1" fmla="*/ 0 h 1673411"/>
                <a:gd name="csX2" fmla="*/ 605865 w 1602815"/>
                <a:gd name="csY2" fmla="*/ 496046 h 1673411"/>
                <a:gd name="csX3" fmla="*/ 0 w 1602815"/>
                <a:gd name="csY3" fmla="*/ 1673411 h 1673411"/>
                <a:gd name="csX0" fmla="*/ 0 w 1435474"/>
                <a:gd name="csY0" fmla="*/ 388470 h 496046"/>
                <a:gd name="csX1" fmla="*/ 1435474 w 1435474"/>
                <a:gd name="csY1" fmla="*/ 0 h 496046"/>
                <a:gd name="csX2" fmla="*/ 438524 w 1435474"/>
                <a:gd name="csY2" fmla="*/ 496046 h 496046"/>
                <a:gd name="csX3" fmla="*/ 0 w 1435474"/>
                <a:gd name="csY3" fmla="*/ 388470 h 496046"/>
                <a:gd name="csX0" fmla="*/ 0 w 1473574"/>
                <a:gd name="csY0" fmla="*/ 407520 h 496046"/>
                <a:gd name="csX1" fmla="*/ 1473574 w 1473574"/>
                <a:gd name="csY1" fmla="*/ 0 h 496046"/>
                <a:gd name="csX2" fmla="*/ 476624 w 1473574"/>
                <a:gd name="csY2" fmla="*/ 496046 h 496046"/>
                <a:gd name="csX3" fmla="*/ 0 w 1473574"/>
                <a:gd name="csY3" fmla="*/ 407520 h 496046"/>
                <a:gd name="csX0" fmla="*/ 0 w 1495799"/>
                <a:gd name="csY0" fmla="*/ 391645 h 480171"/>
                <a:gd name="csX1" fmla="*/ 1495799 w 1495799"/>
                <a:gd name="csY1" fmla="*/ 0 h 480171"/>
                <a:gd name="csX2" fmla="*/ 476624 w 1495799"/>
                <a:gd name="csY2" fmla="*/ 480171 h 480171"/>
                <a:gd name="csX3" fmla="*/ 0 w 1495799"/>
                <a:gd name="csY3" fmla="*/ 391645 h 480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5799" h="480171">
                  <a:moveTo>
                    <a:pt x="0" y="391645"/>
                  </a:moveTo>
                  <a:lnTo>
                    <a:pt x="1495799" y="0"/>
                  </a:lnTo>
                  <a:lnTo>
                    <a:pt x="476624" y="480171"/>
                  </a:lnTo>
                  <a:lnTo>
                    <a:pt x="0" y="3916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iangle 38">
              <a:extLst>
                <a:ext uri="{FF2B5EF4-FFF2-40B4-BE49-F238E27FC236}">
                  <a16:creationId xmlns:a16="http://schemas.microsoft.com/office/drawing/2014/main" id="{4D04A029-0A04-9067-5863-0730964FB16D}"/>
                </a:ext>
              </a:extLst>
            </p:cNvPr>
            <p:cNvSpPr/>
            <p:nvPr/>
          </p:nvSpPr>
          <p:spPr>
            <a:xfrm>
              <a:off x="1865606" y="1601694"/>
              <a:ext cx="439746" cy="1384033"/>
            </a:xfrm>
            <a:custGeom>
              <a:avLst/>
              <a:gdLst>
                <a:gd name="csX0" fmla="*/ 0 w 1202219"/>
                <a:gd name="csY0" fmla="*/ 379986 h 379986"/>
                <a:gd name="csX1" fmla="*/ 601110 w 1202219"/>
                <a:gd name="csY1" fmla="*/ 0 h 379986"/>
                <a:gd name="csX2" fmla="*/ 1202219 w 1202219"/>
                <a:gd name="csY2" fmla="*/ 379986 h 379986"/>
                <a:gd name="csX3" fmla="*/ 0 w 1202219"/>
                <a:gd name="csY3" fmla="*/ 379986 h 379986"/>
                <a:gd name="csX0" fmla="*/ 0 w 1698266"/>
                <a:gd name="csY0" fmla="*/ 1372080 h 1372080"/>
                <a:gd name="csX1" fmla="*/ 1097157 w 1698266"/>
                <a:gd name="csY1" fmla="*/ 0 h 1372080"/>
                <a:gd name="csX2" fmla="*/ 1698266 w 1698266"/>
                <a:gd name="csY2" fmla="*/ 379986 h 1372080"/>
                <a:gd name="csX3" fmla="*/ 0 w 1698266"/>
                <a:gd name="csY3" fmla="*/ 1372080 h 1372080"/>
                <a:gd name="csX0" fmla="*/ 0 w 1698266"/>
                <a:gd name="csY0" fmla="*/ 1079233 h 1079233"/>
                <a:gd name="csX1" fmla="*/ 415840 w 1698266"/>
                <a:gd name="csY1" fmla="*/ 0 h 1079233"/>
                <a:gd name="csX2" fmla="*/ 1698266 w 1698266"/>
                <a:gd name="csY2" fmla="*/ 87139 h 1079233"/>
                <a:gd name="csX3" fmla="*/ 0 w 1698266"/>
                <a:gd name="csY3" fmla="*/ 1079233 h 1079233"/>
                <a:gd name="csX0" fmla="*/ 0 w 415840"/>
                <a:gd name="csY0" fmla="*/ 1079233 h 1378056"/>
                <a:gd name="csX1" fmla="*/ 415840 w 415840"/>
                <a:gd name="csY1" fmla="*/ 0 h 1378056"/>
                <a:gd name="csX2" fmla="*/ 18877 w 415840"/>
                <a:gd name="csY2" fmla="*/ 1378056 h 1378056"/>
                <a:gd name="csX3" fmla="*/ 0 w 415840"/>
                <a:gd name="csY3" fmla="*/ 1079233 h 1378056"/>
                <a:gd name="csX0" fmla="*/ 0 w 439746"/>
                <a:gd name="csY0" fmla="*/ 1085210 h 1384033"/>
                <a:gd name="csX1" fmla="*/ 439746 w 439746"/>
                <a:gd name="csY1" fmla="*/ 0 h 1384033"/>
                <a:gd name="csX2" fmla="*/ 18877 w 439746"/>
                <a:gd name="csY2" fmla="*/ 1384033 h 1384033"/>
                <a:gd name="csX3" fmla="*/ 0 w 439746"/>
                <a:gd name="csY3" fmla="*/ 1085210 h 1384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746" h="1384033">
                  <a:moveTo>
                    <a:pt x="0" y="1085210"/>
                  </a:moveTo>
                  <a:lnTo>
                    <a:pt x="439746" y="0"/>
                  </a:lnTo>
                  <a:lnTo>
                    <a:pt x="18877" y="1384033"/>
                  </a:lnTo>
                  <a:lnTo>
                    <a:pt x="0" y="10852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28">
              <a:extLst>
                <a:ext uri="{FF2B5EF4-FFF2-40B4-BE49-F238E27FC236}">
                  <a16:creationId xmlns:a16="http://schemas.microsoft.com/office/drawing/2014/main" id="{0FC135BC-5D81-2DE0-C743-8D02C3FF8318}"/>
                </a:ext>
              </a:extLst>
            </p:cNvPr>
            <p:cNvSpPr/>
            <p:nvPr/>
          </p:nvSpPr>
          <p:spPr>
            <a:xfrm>
              <a:off x="1471712" y="2684877"/>
              <a:ext cx="1782883" cy="1668287"/>
            </a:xfrm>
            <a:custGeom>
              <a:avLst/>
              <a:gdLst>
                <a:gd name="csX0" fmla="*/ 0 w 879075"/>
                <a:gd name="csY0" fmla="*/ 1004899 h 1004899"/>
                <a:gd name="csX1" fmla="*/ 219769 w 879075"/>
                <a:gd name="csY1" fmla="*/ 0 h 1004899"/>
                <a:gd name="csX2" fmla="*/ 879075 w 879075"/>
                <a:gd name="csY2" fmla="*/ 0 h 1004899"/>
                <a:gd name="csX3" fmla="*/ 659306 w 879075"/>
                <a:gd name="csY3" fmla="*/ 1004899 h 1004899"/>
                <a:gd name="csX4" fmla="*/ 0 w 879075"/>
                <a:gd name="csY4" fmla="*/ 1004899 h 1004899"/>
                <a:gd name="csX0" fmla="*/ 0 w 2613612"/>
                <a:gd name="csY0" fmla="*/ 1004899 h 1602546"/>
                <a:gd name="csX1" fmla="*/ 219769 w 2613612"/>
                <a:gd name="csY1" fmla="*/ 0 h 1602546"/>
                <a:gd name="csX2" fmla="*/ 879075 w 2613612"/>
                <a:gd name="csY2" fmla="*/ 0 h 1602546"/>
                <a:gd name="csX3" fmla="*/ 2613612 w 2613612"/>
                <a:gd name="csY3" fmla="*/ 1602546 h 1602546"/>
                <a:gd name="csX4" fmla="*/ 0 w 2613612"/>
                <a:gd name="csY4" fmla="*/ 1004899 h 1602546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659306 w 2393843"/>
                <a:gd name="csY2" fmla="*/ 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1053753 w 2393843"/>
                <a:gd name="csY2" fmla="*/ 132080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442793 w 1782883"/>
                <a:gd name="csY2" fmla="*/ 1147482 h 1668287"/>
                <a:gd name="csX3" fmla="*/ 1782883 w 1782883"/>
                <a:gd name="csY3" fmla="*/ 1429228 h 1668287"/>
                <a:gd name="csX4" fmla="*/ 0 w 1782883"/>
                <a:gd name="csY4" fmla="*/ 1668287 h 1668287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526463 w 1782883"/>
                <a:gd name="csY2" fmla="*/ 1165411 h 1668287"/>
                <a:gd name="csX3" fmla="*/ 1782883 w 1782883"/>
                <a:gd name="csY3" fmla="*/ 1429228 h 1668287"/>
                <a:gd name="csX4" fmla="*/ 0 w 1782883"/>
                <a:gd name="csY4" fmla="*/ 1668287 h 16682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82883" h="1668287">
                  <a:moveTo>
                    <a:pt x="0" y="1668287"/>
                  </a:moveTo>
                  <a:lnTo>
                    <a:pt x="393087" y="0"/>
                  </a:lnTo>
                  <a:lnTo>
                    <a:pt x="526463" y="1165411"/>
                  </a:lnTo>
                  <a:lnTo>
                    <a:pt x="1782883" y="1429228"/>
                  </a:lnTo>
                  <a:lnTo>
                    <a:pt x="0" y="1668287"/>
                  </a:lnTo>
                  <a:close/>
                </a:path>
              </a:pathLst>
            </a:custGeom>
            <a:solidFill>
              <a:schemeClr val="bg1">
                <a:lumMod val="75000"/>
                <a:alpha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Hexagon 4">
              <a:extLst>
                <a:ext uri="{FF2B5EF4-FFF2-40B4-BE49-F238E27FC236}">
                  <a16:creationId xmlns:a16="http://schemas.microsoft.com/office/drawing/2014/main" id="{6DEA5D29-6007-84B0-C52C-650C1E16DEAA}"/>
                </a:ext>
              </a:extLst>
            </p:cNvPr>
            <p:cNvSpPr/>
            <p:nvPr/>
          </p:nvSpPr>
          <p:spPr>
            <a:xfrm>
              <a:off x="1856081" y="1603350"/>
              <a:ext cx="2431358" cy="2503120"/>
            </a:xfrm>
            <a:custGeom>
              <a:avLst/>
              <a:gdLst>
                <a:gd name="csX0" fmla="*/ 0 w 2917372"/>
                <a:gd name="csY0" fmla="*/ 1333500 h 2667000"/>
                <a:gd name="csX1" fmla="*/ 666750 w 2917372"/>
                <a:gd name="csY1" fmla="*/ 1 h 2667000"/>
                <a:gd name="csX2" fmla="*/ 2250622 w 2917372"/>
                <a:gd name="csY2" fmla="*/ 1 h 2667000"/>
                <a:gd name="csX3" fmla="*/ 2917372 w 2917372"/>
                <a:gd name="csY3" fmla="*/ 1333500 h 2667000"/>
                <a:gd name="csX4" fmla="*/ 2250622 w 2917372"/>
                <a:gd name="csY4" fmla="*/ 2666999 h 2667000"/>
                <a:gd name="csX5" fmla="*/ 666750 w 2917372"/>
                <a:gd name="csY5" fmla="*/ 2666999 h 2667000"/>
                <a:gd name="csX6" fmla="*/ 0 w 2917372"/>
                <a:gd name="csY6" fmla="*/ 1333500 h 2667000"/>
                <a:gd name="csX0" fmla="*/ 2838450 w 5755822"/>
                <a:gd name="csY0" fmla="*/ 1344385 h 2677884"/>
                <a:gd name="csX1" fmla="*/ 0 w 5755822"/>
                <a:gd name="csY1" fmla="*/ 0 h 2677884"/>
                <a:gd name="csX2" fmla="*/ 5089072 w 5755822"/>
                <a:gd name="csY2" fmla="*/ 10886 h 2677884"/>
                <a:gd name="csX3" fmla="*/ 5755822 w 5755822"/>
                <a:gd name="csY3" fmla="*/ 1344385 h 2677884"/>
                <a:gd name="csX4" fmla="*/ 5089072 w 5755822"/>
                <a:gd name="csY4" fmla="*/ 2677884 h 2677884"/>
                <a:gd name="csX5" fmla="*/ 3505200 w 5755822"/>
                <a:gd name="csY5" fmla="*/ 2677884 h 2677884"/>
                <a:gd name="csX6" fmla="*/ 2838450 w 5755822"/>
                <a:gd name="csY6" fmla="*/ 13443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3867150 w 6117772"/>
                <a:gd name="csY5" fmla="*/ 2677884 h 2677884"/>
                <a:gd name="csX6" fmla="*/ 0 w 6117772"/>
                <a:gd name="csY6" fmla="*/ 11919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111578 w 6117772"/>
                <a:gd name="csY5" fmla="*/ 2427513 h 2677884"/>
                <a:gd name="csX6" fmla="*/ 0 w 6117772"/>
                <a:gd name="csY6" fmla="*/ 1191985 h 2677884"/>
                <a:gd name="csX0" fmla="*/ 0 w 6117772"/>
                <a:gd name="csY0" fmla="*/ 1191985 h 2547255"/>
                <a:gd name="csX1" fmla="*/ 361950 w 6117772"/>
                <a:gd name="csY1" fmla="*/ 0 h 2547255"/>
                <a:gd name="csX2" fmla="*/ 5451022 w 6117772"/>
                <a:gd name="csY2" fmla="*/ 10886 h 2547255"/>
                <a:gd name="csX3" fmla="*/ 6117772 w 6117772"/>
                <a:gd name="csY3" fmla="*/ 1344385 h 2547255"/>
                <a:gd name="csX4" fmla="*/ 1445079 w 6117772"/>
                <a:gd name="csY4" fmla="*/ 2547255 h 2547255"/>
                <a:gd name="csX5" fmla="*/ 111578 w 6117772"/>
                <a:gd name="csY5" fmla="*/ 2427513 h 2547255"/>
                <a:gd name="csX6" fmla="*/ 0 w 611777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275115 w 5451022"/>
                <a:gd name="csY3" fmla="*/ 1311728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373087 w 5451022"/>
                <a:gd name="csY3" fmla="*/ 2117271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053193 w 2373087"/>
                <a:gd name="csY2" fmla="*/ 1066801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782536 w 2373087"/>
                <a:gd name="csY2" fmla="*/ 925287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460173"/>
                <a:gd name="csY0" fmla="*/ 1191985 h 2547255"/>
                <a:gd name="csX1" fmla="*/ 361950 w 2460173"/>
                <a:gd name="csY1" fmla="*/ 0 h 2547255"/>
                <a:gd name="csX2" fmla="*/ 1782536 w 2460173"/>
                <a:gd name="csY2" fmla="*/ 925287 h 2547255"/>
                <a:gd name="csX3" fmla="*/ 2460173 w 2460173"/>
                <a:gd name="csY3" fmla="*/ 2095500 h 2547255"/>
                <a:gd name="csX4" fmla="*/ 1445079 w 2460173"/>
                <a:gd name="csY4" fmla="*/ 2547255 h 2547255"/>
                <a:gd name="csX5" fmla="*/ 111578 w 2460173"/>
                <a:gd name="csY5" fmla="*/ 2427513 h 2547255"/>
                <a:gd name="csX6" fmla="*/ 0 w 2460173"/>
                <a:gd name="csY6" fmla="*/ 1191985 h 2547255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782536 w 2460173"/>
                <a:gd name="csY2" fmla="*/ 936173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641021 w 2460173"/>
                <a:gd name="csY2" fmla="*/ 870858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11578 w 2449288"/>
                <a:gd name="csY5" fmla="*/ 2438399 h 2558141"/>
                <a:gd name="csX6" fmla="*/ 0 w 2449288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55121 w 2449288"/>
                <a:gd name="csY5" fmla="*/ 2394856 h 2558141"/>
                <a:gd name="csX6" fmla="*/ 0 w 2449288"/>
                <a:gd name="csY6" fmla="*/ 1202871 h 2558141"/>
                <a:gd name="csX0" fmla="*/ 0 w 2431358"/>
                <a:gd name="csY0" fmla="*/ 1107248 h 2558141"/>
                <a:gd name="csX1" fmla="*/ 420220 w 2431358"/>
                <a:gd name="csY1" fmla="*/ 0 h 2558141"/>
                <a:gd name="csX2" fmla="*/ 1623091 w 2431358"/>
                <a:gd name="csY2" fmla="*/ 870858 h 2558141"/>
                <a:gd name="csX3" fmla="*/ 2431358 w 2431358"/>
                <a:gd name="csY3" fmla="*/ 2095500 h 2558141"/>
                <a:gd name="csX4" fmla="*/ 1427149 w 2431358"/>
                <a:gd name="csY4" fmla="*/ 2558141 h 2558141"/>
                <a:gd name="csX5" fmla="*/ 137191 w 2431358"/>
                <a:gd name="csY5" fmla="*/ 2394856 h 2558141"/>
                <a:gd name="csX6" fmla="*/ 0 w 2431358"/>
                <a:gd name="csY6" fmla="*/ 1107248 h 2558141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7191 w 2431358"/>
                <a:gd name="csY5" fmla="*/ 2347044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07308 w 2431358"/>
                <a:gd name="csY5" fmla="*/ 2239467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1214 w 2431358"/>
                <a:gd name="csY5" fmla="*/ 2251420 h 2510329"/>
                <a:gd name="csX6" fmla="*/ 0 w 2431358"/>
                <a:gd name="csY6" fmla="*/ 1059436 h 2510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31358" h="2510329">
                  <a:moveTo>
                    <a:pt x="0" y="1059436"/>
                  </a:moveTo>
                  <a:lnTo>
                    <a:pt x="432173" y="0"/>
                  </a:lnTo>
                  <a:lnTo>
                    <a:pt x="1623091" y="823046"/>
                  </a:lnTo>
                  <a:lnTo>
                    <a:pt x="2431358" y="2047688"/>
                  </a:lnTo>
                  <a:lnTo>
                    <a:pt x="1427149" y="2510329"/>
                  </a:lnTo>
                  <a:lnTo>
                    <a:pt x="131214" y="2251420"/>
                  </a:lnTo>
                  <a:lnTo>
                    <a:pt x="0" y="1059436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510DF7A4-13AE-5CC2-B104-7687B96571D9}"/>
              </a:ext>
            </a:extLst>
          </p:cNvPr>
          <p:cNvSpPr/>
          <p:nvPr/>
        </p:nvSpPr>
        <p:spPr>
          <a:xfrm>
            <a:off x="3295652" y="3051638"/>
            <a:ext cx="151050" cy="1510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22D1E0-8091-3521-9D0C-330B898060CD}"/>
                  </a:ext>
                </a:extLst>
              </p:cNvPr>
              <p:cNvSpPr txBox="1"/>
              <p:nvPr/>
            </p:nvSpPr>
            <p:spPr>
              <a:xfrm>
                <a:off x="1816658" y="1922049"/>
                <a:ext cx="854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22D1E0-8091-3521-9D0C-330B89806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658" y="1922049"/>
                <a:ext cx="85444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3D7DE6-282C-1F31-5610-6CE806CC8020}"/>
                  </a:ext>
                </a:extLst>
              </p:cNvPr>
              <p:cNvSpPr txBox="1"/>
              <p:nvPr/>
            </p:nvSpPr>
            <p:spPr>
              <a:xfrm>
                <a:off x="1522669" y="5784789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3D7DE6-282C-1F31-5610-6CE806CC8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669" y="5784789"/>
                <a:ext cx="85444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381827-EF39-D5BC-040C-53CE3D1D75DF}"/>
                  </a:ext>
                </a:extLst>
              </p:cNvPr>
              <p:cNvSpPr txBox="1"/>
              <p:nvPr/>
            </p:nvSpPr>
            <p:spPr>
              <a:xfrm>
                <a:off x="4041931" y="5108642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381827-EF39-D5BC-040C-53CE3D1D7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931" y="5108642"/>
                <a:ext cx="85444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1D7922-2435-41B1-B210-0AF15898388D}"/>
                  </a:ext>
                </a:extLst>
              </p:cNvPr>
              <p:cNvSpPr txBox="1"/>
              <p:nvPr/>
            </p:nvSpPr>
            <p:spPr>
              <a:xfrm rot="18823951">
                <a:off x="4462842" y="2400021"/>
                <a:ext cx="710232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1D7922-2435-41B1-B210-0AF158983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3951">
                <a:off x="4462842" y="2400021"/>
                <a:ext cx="710232" cy="427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5B6BA1-44A1-DDB0-3F79-01E6E30BA0F0}"/>
              </a:ext>
            </a:extLst>
          </p:cNvPr>
          <p:cNvCxnSpPr/>
          <p:nvPr/>
        </p:nvCxnSpPr>
        <p:spPr>
          <a:xfrm flipH="1" flipV="1">
            <a:off x="3432487" y="3200580"/>
            <a:ext cx="497486" cy="50780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E3D0C7-2DE7-A492-352B-2B3EF97518AF}"/>
                  </a:ext>
                </a:extLst>
              </p:cNvPr>
              <p:cNvSpPr txBox="1"/>
              <p:nvPr/>
            </p:nvSpPr>
            <p:spPr>
              <a:xfrm rot="18823951">
                <a:off x="2912353" y="3521847"/>
                <a:ext cx="710232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E3D0C7-2DE7-A492-352B-2B3EF9751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3951">
                <a:off x="2912353" y="3521847"/>
                <a:ext cx="710232" cy="427746"/>
              </a:xfrm>
              <a:prstGeom prst="rect">
                <a:avLst/>
              </a:prstGeom>
              <a:blipFill>
                <a:blip r:embed="rId6"/>
                <a:stretch>
                  <a:fillRect t="-1538" r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A51580E-8A16-FF3C-56A9-BD04C782737C}"/>
              </a:ext>
            </a:extLst>
          </p:cNvPr>
          <p:cNvGrpSpPr/>
          <p:nvPr/>
        </p:nvGrpSpPr>
        <p:grpSpPr>
          <a:xfrm>
            <a:off x="6518231" y="2163723"/>
            <a:ext cx="4256315" cy="4200899"/>
            <a:chOff x="446314" y="1165758"/>
            <a:chExt cx="4256315" cy="4200899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F5BFEEE-5FCA-541A-48B2-E8D17B20EF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314" y="4354285"/>
              <a:ext cx="1034143" cy="10123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BA662B6-4957-AA5B-4A02-0FA135749527}"/>
                </a:ext>
              </a:extLst>
            </p:cNvPr>
            <p:cNvCxnSpPr>
              <a:cxnSpLocks/>
            </p:cNvCxnSpPr>
            <p:nvPr/>
          </p:nvCxnSpPr>
          <p:spPr>
            <a:xfrm>
              <a:off x="1480457" y="4354285"/>
              <a:ext cx="24492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0F2B90A-0E9D-4772-A4EF-FF67362B4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1175657"/>
              <a:ext cx="76200" cy="3211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73A08AD-0599-A3C9-28F4-8FB69EAF78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0457" y="1415143"/>
              <a:ext cx="3222172" cy="29717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16E043F-02CD-2423-EA5C-2552DDF5C6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597" y="2443309"/>
              <a:ext cx="2026928" cy="194363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riangle 37">
              <a:extLst>
                <a:ext uri="{FF2B5EF4-FFF2-40B4-BE49-F238E27FC236}">
                  <a16:creationId xmlns:a16="http://schemas.microsoft.com/office/drawing/2014/main" id="{B4E8F2B2-21E5-19EB-02AD-0E52D110BA64}"/>
                </a:ext>
              </a:extLst>
            </p:cNvPr>
            <p:cNvSpPr/>
            <p:nvPr/>
          </p:nvSpPr>
          <p:spPr>
            <a:xfrm>
              <a:off x="2791603" y="3626299"/>
              <a:ext cx="1495799" cy="480171"/>
            </a:xfrm>
            <a:custGeom>
              <a:avLst/>
              <a:gdLst>
                <a:gd name="csX0" fmla="*/ 0 w 1842994"/>
                <a:gd name="csY0" fmla="*/ 567764 h 567764"/>
                <a:gd name="csX1" fmla="*/ 921497 w 1842994"/>
                <a:gd name="csY1" fmla="*/ 0 h 567764"/>
                <a:gd name="csX2" fmla="*/ 1842994 w 1842994"/>
                <a:gd name="csY2" fmla="*/ 567764 h 567764"/>
                <a:gd name="csX3" fmla="*/ 0 w 1842994"/>
                <a:gd name="csY3" fmla="*/ 567764 h 567764"/>
                <a:gd name="csX0" fmla="*/ 0 w 1842994"/>
                <a:gd name="csY0" fmla="*/ 1673411 h 1673411"/>
                <a:gd name="csX1" fmla="*/ 1602815 w 1842994"/>
                <a:gd name="csY1" fmla="*/ 0 h 1673411"/>
                <a:gd name="csX2" fmla="*/ 1842994 w 1842994"/>
                <a:gd name="csY2" fmla="*/ 1673411 h 1673411"/>
                <a:gd name="csX3" fmla="*/ 0 w 1842994"/>
                <a:gd name="csY3" fmla="*/ 1673411 h 1673411"/>
                <a:gd name="csX0" fmla="*/ 0 w 1602815"/>
                <a:gd name="csY0" fmla="*/ 1673411 h 1673411"/>
                <a:gd name="csX1" fmla="*/ 1602815 w 1602815"/>
                <a:gd name="csY1" fmla="*/ 0 h 1673411"/>
                <a:gd name="csX2" fmla="*/ 605865 w 1602815"/>
                <a:gd name="csY2" fmla="*/ 496046 h 1673411"/>
                <a:gd name="csX3" fmla="*/ 0 w 1602815"/>
                <a:gd name="csY3" fmla="*/ 1673411 h 1673411"/>
                <a:gd name="csX0" fmla="*/ 0 w 1435474"/>
                <a:gd name="csY0" fmla="*/ 388470 h 496046"/>
                <a:gd name="csX1" fmla="*/ 1435474 w 1435474"/>
                <a:gd name="csY1" fmla="*/ 0 h 496046"/>
                <a:gd name="csX2" fmla="*/ 438524 w 1435474"/>
                <a:gd name="csY2" fmla="*/ 496046 h 496046"/>
                <a:gd name="csX3" fmla="*/ 0 w 1435474"/>
                <a:gd name="csY3" fmla="*/ 388470 h 496046"/>
                <a:gd name="csX0" fmla="*/ 0 w 1473574"/>
                <a:gd name="csY0" fmla="*/ 407520 h 496046"/>
                <a:gd name="csX1" fmla="*/ 1473574 w 1473574"/>
                <a:gd name="csY1" fmla="*/ 0 h 496046"/>
                <a:gd name="csX2" fmla="*/ 476624 w 1473574"/>
                <a:gd name="csY2" fmla="*/ 496046 h 496046"/>
                <a:gd name="csX3" fmla="*/ 0 w 1473574"/>
                <a:gd name="csY3" fmla="*/ 407520 h 496046"/>
                <a:gd name="csX0" fmla="*/ 0 w 1495799"/>
                <a:gd name="csY0" fmla="*/ 391645 h 480171"/>
                <a:gd name="csX1" fmla="*/ 1495799 w 1495799"/>
                <a:gd name="csY1" fmla="*/ 0 h 480171"/>
                <a:gd name="csX2" fmla="*/ 476624 w 1495799"/>
                <a:gd name="csY2" fmla="*/ 480171 h 480171"/>
                <a:gd name="csX3" fmla="*/ 0 w 1495799"/>
                <a:gd name="csY3" fmla="*/ 391645 h 480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5799" h="480171">
                  <a:moveTo>
                    <a:pt x="0" y="391645"/>
                  </a:moveTo>
                  <a:lnTo>
                    <a:pt x="1495799" y="0"/>
                  </a:lnTo>
                  <a:lnTo>
                    <a:pt x="476624" y="480171"/>
                  </a:lnTo>
                  <a:lnTo>
                    <a:pt x="0" y="3916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riangle 38">
              <a:extLst>
                <a:ext uri="{FF2B5EF4-FFF2-40B4-BE49-F238E27FC236}">
                  <a16:creationId xmlns:a16="http://schemas.microsoft.com/office/drawing/2014/main" id="{0BBFA47B-435F-EAAB-91EE-0FBCD1E47660}"/>
                </a:ext>
              </a:extLst>
            </p:cNvPr>
            <p:cNvSpPr/>
            <p:nvPr/>
          </p:nvSpPr>
          <p:spPr>
            <a:xfrm>
              <a:off x="1865606" y="1165758"/>
              <a:ext cx="227096" cy="1819969"/>
            </a:xfrm>
            <a:custGeom>
              <a:avLst/>
              <a:gdLst>
                <a:gd name="csX0" fmla="*/ 0 w 1202219"/>
                <a:gd name="csY0" fmla="*/ 379986 h 379986"/>
                <a:gd name="csX1" fmla="*/ 601110 w 1202219"/>
                <a:gd name="csY1" fmla="*/ 0 h 379986"/>
                <a:gd name="csX2" fmla="*/ 1202219 w 1202219"/>
                <a:gd name="csY2" fmla="*/ 379986 h 379986"/>
                <a:gd name="csX3" fmla="*/ 0 w 1202219"/>
                <a:gd name="csY3" fmla="*/ 379986 h 379986"/>
                <a:gd name="csX0" fmla="*/ 0 w 1698266"/>
                <a:gd name="csY0" fmla="*/ 1372080 h 1372080"/>
                <a:gd name="csX1" fmla="*/ 1097157 w 1698266"/>
                <a:gd name="csY1" fmla="*/ 0 h 1372080"/>
                <a:gd name="csX2" fmla="*/ 1698266 w 1698266"/>
                <a:gd name="csY2" fmla="*/ 379986 h 1372080"/>
                <a:gd name="csX3" fmla="*/ 0 w 1698266"/>
                <a:gd name="csY3" fmla="*/ 1372080 h 1372080"/>
                <a:gd name="csX0" fmla="*/ 0 w 1698266"/>
                <a:gd name="csY0" fmla="*/ 1079233 h 1079233"/>
                <a:gd name="csX1" fmla="*/ 415840 w 1698266"/>
                <a:gd name="csY1" fmla="*/ 0 h 1079233"/>
                <a:gd name="csX2" fmla="*/ 1698266 w 1698266"/>
                <a:gd name="csY2" fmla="*/ 87139 h 1079233"/>
                <a:gd name="csX3" fmla="*/ 0 w 1698266"/>
                <a:gd name="csY3" fmla="*/ 1079233 h 1079233"/>
                <a:gd name="csX0" fmla="*/ 0 w 415840"/>
                <a:gd name="csY0" fmla="*/ 1079233 h 1378056"/>
                <a:gd name="csX1" fmla="*/ 415840 w 415840"/>
                <a:gd name="csY1" fmla="*/ 0 h 1378056"/>
                <a:gd name="csX2" fmla="*/ 18877 w 415840"/>
                <a:gd name="csY2" fmla="*/ 1378056 h 1378056"/>
                <a:gd name="csX3" fmla="*/ 0 w 415840"/>
                <a:gd name="csY3" fmla="*/ 1079233 h 1378056"/>
                <a:gd name="csX0" fmla="*/ 0 w 439746"/>
                <a:gd name="csY0" fmla="*/ 1085210 h 1384033"/>
                <a:gd name="csX1" fmla="*/ 439746 w 439746"/>
                <a:gd name="csY1" fmla="*/ 0 h 1384033"/>
                <a:gd name="csX2" fmla="*/ 18877 w 439746"/>
                <a:gd name="csY2" fmla="*/ 1384033 h 1384033"/>
                <a:gd name="csX3" fmla="*/ 0 w 439746"/>
                <a:gd name="csY3" fmla="*/ 1085210 h 1384033"/>
                <a:gd name="csX0" fmla="*/ 0 w 546072"/>
                <a:gd name="csY0" fmla="*/ 1414820 h 1713643"/>
                <a:gd name="csX1" fmla="*/ 546072 w 546072"/>
                <a:gd name="csY1" fmla="*/ 0 h 1713643"/>
                <a:gd name="csX2" fmla="*/ 18877 w 546072"/>
                <a:gd name="csY2" fmla="*/ 1713643 h 1713643"/>
                <a:gd name="csX3" fmla="*/ 0 w 546072"/>
                <a:gd name="csY3" fmla="*/ 1414820 h 1713643"/>
                <a:gd name="csX0" fmla="*/ 0 w 173933"/>
                <a:gd name="csY0" fmla="*/ 1531778 h 1830601"/>
                <a:gd name="csX1" fmla="*/ 173933 w 173933"/>
                <a:gd name="csY1" fmla="*/ 0 h 1830601"/>
                <a:gd name="csX2" fmla="*/ 18877 w 173933"/>
                <a:gd name="csY2" fmla="*/ 1830601 h 1830601"/>
                <a:gd name="csX3" fmla="*/ 0 w 173933"/>
                <a:gd name="csY3" fmla="*/ 1531778 h 1830601"/>
                <a:gd name="csX0" fmla="*/ 0 w 227096"/>
                <a:gd name="csY0" fmla="*/ 1521146 h 1819969"/>
                <a:gd name="csX1" fmla="*/ 227096 w 227096"/>
                <a:gd name="csY1" fmla="*/ 0 h 1819969"/>
                <a:gd name="csX2" fmla="*/ 18877 w 227096"/>
                <a:gd name="csY2" fmla="*/ 1819969 h 1819969"/>
                <a:gd name="csX3" fmla="*/ 0 w 227096"/>
                <a:gd name="csY3" fmla="*/ 1521146 h 1819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6" h="1819969">
                  <a:moveTo>
                    <a:pt x="0" y="1521146"/>
                  </a:moveTo>
                  <a:lnTo>
                    <a:pt x="227096" y="0"/>
                  </a:lnTo>
                  <a:lnTo>
                    <a:pt x="18877" y="1819969"/>
                  </a:lnTo>
                  <a:lnTo>
                    <a:pt x="0" y="152114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Parallelogram 28">
              <a:extLst>
                <a:ext uri="{FF2B5EF4-FFF2-40B4-BE49-F238E27FC236}">
                  <a16:creationId xmlns:a16="http://schemas.microsoft.com/office/drawing/2014/main" id="{E8161C15-7AC6-03D7-80EC-B7EBFAA5A27E}"/>
                </a:ext>
              </a:extLst>
            </p:cNvPr>
            <p:cNvSpPr/>
            <p:nvPr/>
          </p:nvSpPr>
          <p:spPr>
            <a:xfrm>
              <a:off x="1471712" y="2684877"/>
              <a:ext cx="1782883" cy="1668287"/>
            </a:xfrm>
            <a:custGeom>
              <a:avLst/>
              <a:gdLst>
                <a:gd name="csX0" fmla="*/ 0 w 879075"/>
                <a:gd name="csY0" fmla="*/ 1004899 h 1004899"/>
                <a:gd name="csX1" fmla="*/ 219769 w 879075"/>
                <a:gd name="csY1" fmla="*/ 0 h 1004899"/>
                <a:gd name="csX2" fmla="*/ 879075 w 879075"/>
                <a:gd name="csY2" fmla="*/ 0 h 1004899"/>
                <a:gd name="csX3" fmla="*/ 659306 w 879075"/>
                <a:gd name="csY3" fmla="*/ 1004899 h 1004899"/>
                <a:gd name="csX4" fmla="*/ 0 w 879075"/>
                <a:gd name="csY4" fmla="*/ 1004899 h 1004899"/>
                <a:gd name="csX0" fmla="*/ 0 w 2613612"/>
                <a:gd name="csY0" fmla="*/ 1004899 h 1602546"/>
                <a:gd name="csX1" fmla="*/ 219769 w 2613612"/>
                <a:gd name="csY1" fmla="*/ 0 h 1602546"/>
                <a:gd name="csX2" fmla="*/ 879075 w 2613612"/>
                <a:gd name="csY2" fmla="*/ 0 h 1602546"/>
                <a:gd name="csX3" fmla="*/ 2613612 w 2613612"/>
                <a:gd name="csY3" fmla="*/ 1602546 h 1602546"/>
                <a:gd name="csX4" fmla="*/ 0 w 2613612"/>
                <a:gd name="csY4" fmla="*/ 1004899 h 1602546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659306 w 2393843"/>
                <a:gd name="csY2" fmla="*/ 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610960 w 2393843"/>
                <a:gd name="csY0" fmla="*/ 1841605 h 1841605"/>
                <a:gd name="csX1" fmla="*/ 0 w 2393843"/>
                <a:gd name="csY1" fmla="*/ 0 h 1841605"/>
                <a:gd name="csX2" fmla="*/ 1053753 w 2393843"/>
                <a:gd name="csY2" fmla="*/ 1320800 h 1841605"/>
                <a:gd name="csX3" fmla="*/ 2393843 w 2393843"/>
                <a:gd name="csY3" fmla="*/ 1602546 h 1841605"/>
                <a:gd name="csX4" fmla="*/ 610960 w 2393843"/>
                <a:gd name="csY4" fmla="*/ 1841605 h 1841605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442793 w 1782883"/>
                <a:gd name="csY2" fmla="*/ 1147482 h 1668287"/>
                <a:gd name="csX3" fmla="*/ 1782883 w 1782883"/>
                <a:gd name="csY3" fmla="*/ 1429228 h 1668287"/>
                <a:gd name="csX4" fmla="*/ 0 w 1782883"/>
                <a:gd name="csY4" fmla="*/ 1668287 h 1668287"/>
                <a:gd name="csX0" fmla="*/ 0 w 1782883"/>
                <a:gd name="csY0" fmla="*/ 1668287 h 1668287"/>
                <a:gd name="csX1" fmla="*/ 393087 w 1782883"/>
                <a:gd name="csY1" fmla="*/ 0 h 1668287"/>
                <a:gd name="csX2" fmla="*/ 526463 w 1782883"/>
                <a:gd name="csY2" fmla="*/ 1165411 h 1668287"/>
                <a:gd name="csX3" fmla="*/ 1782883 w 1782883"/>
                <a:gd name="csY3" fmla="*/ 1429228 h 1668287"/>
                <a:gd name="csX4" fmla="*/ 0 w 1782883"/>
                <a:gd name="csY4" fmla="*/ 1668287 h 16682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82883" h="1668287">
                  <a:moveTo>
                    <a:pt x="0" y="1668287"/>
                  </a:moveTo>
                  <a:lnTo>
                    <a:pt x="393087" y="0"/>
                  </a:lnTo>
                  <a:lnTo>
                    <a:pt x="526463" y="1165411"/>
                  </a:lnTo>
                  <a:lnTo>
                    <a:pt x="1782883" y="1429228"/>
                  </a:lnTo>
                  <a:lnTo>
                    <a:pt x="0" y="1668287"/>
                  </a:lnTo>
                  <a:close/>
                </a:path>
              </a:pathLst>
            </a:custGeom>
            <a:solidFill>
              <a:schemeClr val="bg1">
                <a:lumMod val="75000"/>
                <a:alpha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Hexagon 4">
              <a:extLst>
                <a:ext uri="{FF2B5EF4-FFF2-40B4-BE49-F238E27FC236}">
                  <a16:creationId xmlns:a16="http://schemas.microsoft.com/office/drawing/2014/main" id="{10596FD3-4D07-A44E-3A7A-2F92C087F5F1}"/>
                </a:ext>
              </a:extLst>
            </p:cNvPr>
            <p:cNvSpPr/>
            <p:nvPr/>
          </p:nvSpPr>
          <p:spPr>
            <a:xfrm>
              <a:off x="1856044" y="1206890"/>
              <a:ext cx="2431358" cy="2924760"/>
            </a:xfrm>
            <a:custGeom>
              <a:avLst/>
              <a:gdLst>
                <a:gd name="csX0" fmla="*/ 0 w 2917372"/>
                <a:gd name="csY0" fmla="*/ 1333500 h 2667000"/>
                <a:gd name="csX1" fmla="*/ 666750 w 2917372"/>
                <a:gd name="csY1" fmla="*/ 1 h 2667000"/>
                <a:gd name="csX2" fmla="*/ 2250622 w 2917372"/>
                <a:gd name="csY2" fmla="*/ 1 h 2667000"/>
                <a:gd name="csX3" fmla="*/ 2917372 w 2917372"/>
                <a:gd name="csY3" fmla="*/ 1333500 h 2667000"/>
                <a:gd name="csX4" fmla="*/ 2250622 w 2917372"/>
                <a:gd name="csY4" fmla="*/ 2666999 h 2667000"/>
                <a:gd name="csX5" fmla="*/ 666750 w 2917372"/>
                <a:gd name="csY5" fmla="*/ 2666999 h 2667000"/>
                <a:gd name="csX6" fmla="*/ 0 w 2917372"/>
                <a:gd name="csY6" fmla="*/ 1333500 h 2667000"/>
                <a:gd name="csX0" fmla="*/ 2838450 w 5755822"/>
                <a:gd name="csY0" fmla="*/ 1344385 h 2677884"/>
                <a:gd name="csX1" fmla="*/ 0 w 5755822"/>
                <a:gd name="csY1" fmla="*/ 0 h 2677884"/>
                <a:gd name="csX2" fmla="*/ 5089072 w 5755822"/>
                <a:gd name="csY2" fmla="*/ 10886 h 2677884"/>
                <a:gd name="csX3" fmla="*/ 5755822 w 5755822"/>
                <a:gd name="csY3" fmla="*/ 1344385 h 2677884"/>
                <a:gd name="csX4" fmla="*/ 5089072 w 5755822"/>
                <a:gd name="csY4" fmla="*/ 2677884 h 2677884"/>
                <a:gd name="csX5" fmla="*/ 3505200 w 5755822"/>
                <a:gd name="csY5" fmla="*/ 2677884 h 2677884"/>
                <a:gd name="csX6" fmla="*/ 2838450 w 5755822"/>
                <a:gd name="csY6" fmla="*/ 13443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3867150 w 6117772"/>
                <a:gd name="csY5" fmla="*/ 2677884 h 2677884"/>
                <a:gd name="csX6" fmla="*/ 0 w 6117772"/>
                <a:gd name="csY6" fmla="*/ 1191985 h 2677884"/>
                <a:gd name="csX0" fmla="*/ 0 w 6117772"/>
                <a:gd name="csY0" fmla="*/ 1191985 h 2677884"/>
                <a:gd name="csX1" fmla="*/ 361950 w 6117772"/>
                <a:gd name="csY1" fmla="*/ 0 h 2677884"/>
                <a:gd name="csX2" fmla="*/ 5451022 w 6117772"/>
                <a:gd name="csY2" fmla="*/ 10886 h 2677884"/>
                <a:gd name="csX3" fmla="*/ 6117772 w 6117772"/>
                <a:gd name="csY3" fmla="*/ 1344385 h 2677884"/>
                <a:gd name="csX4" fmla="*/ 5451022 w 6117772"/>
                <a:gd name="csY4" fmla="*/ 2677884 h 2677884"/>
                <a:gd name="csX5" fmla="*/ 111578 w 6117772"/>
                <a:gd name="csY5" fmla="*/ 2427513 h 2677884"/>
                <a:gd name="csX6" fmla="*/ 0 w 6117772"/>
                <a:gd name="csY6" fmla="*/ 1191985 h 2677884"/>
                <a:gd name="csX0" fmla="*/ 0 w 6117772"/>
                <a:gd name="csY0" fmla="*/ 1191985 h 2547255"/>
                <a:gd name="csX1" fmla="*/ 361950 w 6117772"/>
                <a:gd name="csY1" fmla="*/ 0 h 2547255"/>
                <a:gd name="csX2" fmla="*/ 5451022 w 6117772"/>
                <a:gd name="csY2" fmla="*/ 10886 h 2547255"/>
                <a:gd name="csX3" fmla="*/ 6117772 w 6117772"/>
                <a:gd name="csY3" fmla="*/ 1344385 h 2547255"/>
                <a:gd name="csX4" fmla="*/ 1445079 w 6117772"/>
                <a:gd name="csY4" fmla="*/ 2547255 h 2547255"/>
                <a:gd name="csX5" fmla="*/ 111578 w 6117772"/>
                <a:gd name="csY5" fmla="*/ 2427513 h 2547255"/>
                <a:gd name="csX6" fmla="*/ 0 w 611777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275115 w 5451022"/>
                <a:gd name="csY3" fmla="*/ 1311728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5451022"/>
                <a:gd name="csY0" fmla="*/ 1191985 h 2547255"/>
                <a:gd name="csX1" fmla="*/ 361950 w 5451022"/>
                <a:gd name="csY1" fmla="*/ 0 h 2547255"/>
                <a:gd name="csX2" fmla="*/ 5451022 w 5451022"/>
                <a:gd name="csY2" fmla="*/ 10886 h 2547255"/>
                <a:gd name="csX3" fmla="*/ 2373087 w 5451022"/>
                <a:gd name="csY3" fmla="*/ 2117271 h 2547255"/>
                <a:gd name="csX4" fmla="*/ 1445079 w 5451022"/>
                <a:gd name="csY4" fmla="*/ 2547255 h 2547255"/>
                <a:gd name="csX5" fmla="*/ 111578 w 5451022"/>
                <a:gd name="csY5" fmla="*/ 2427513 h 2547255"/>
                <a:gd name="csX6" fmla="*/ 0 w 5451022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053193 w 2373087"/>
                <a:gd name="csY2" fmla="*/ 1066801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373087"/>
                <a:gd name="csY0" fmla="*/ 1191985 h 2547255"/>
                <a:gd name="csX1" fmla="*/ 361950 w 2373087"/>
                <a:gd name="csY1" fmla="*/ 0 h 2547255"/>
                <a:gd name="csX2" fmla="*/ 1782536 w 2373087"/>
                <a:gd name="csY2" fmla="*/ 925287 h 2547255"/>
                <a:gd name="csX3" fmla="*/ 2373087 w 2373087"/>
                <a:gd name="csY3" fmla="*/ 2117271 h 2547255"/>
                <a:gd name="csX4" fmla="*/ 1445079 w 2373087"/>
                <a:gd name="csY4" fmla="*/ 2547255 h 2547255"/>
                <a:gd name="csX5" fmla="*/ 111578 w 2373087"/>
                <a:gd name="csY5" fmla="*/ 2427513 h 2547255"/>
                <a:gd name="csX6" fmla="*/ 0 w 2373087"/>
                <a:gd name="csY6" fmla="*/ 1191985 h 2547255"/>
                <a:gd name="csX0" fmla="*/ 0 w 2460173"/>
                <a:gd name="csY0" fmla="*/ 1191985 h 2547255"/>
                <a:gd name="csX1" fmla="*/ 361950 w 2460173"/>
                <a:gd name="csY1" fmla="*/ 0 h 2547255"/>
                <a:gd name="csX2" fmla="*/ 1782536 w 2460173"/>
                <a:gd name="csY2" fmla="*/ 925287 h 2547255"/>
                <a:gd name="csX3" fmla="*/ 2460173 w 2460173"/>
                <a:gd name="csY3" fmla="*/ 2095500 h 2547255"/>
                <a:gd name="csX4" fmla="*/ 1445079 w 2460173"/>
                <a:gd name="csY4" fmla="*/ 2547255 h 2547255"/>
                <a:gd name="csX5" fmla="*/ 111578 w 2460173"/>
                <a:gd name="csY5" fmla="*/ 2427513 h 2547255"/>
                <a:gd name="csX6" fmla="*/ 0 w 2460173"/>
                <a:gd name="csY6" fmla="*/ 1191985 h 2547255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782536 w 2460173"/>
                <a:gd name="csY2" fmla="*/ 936173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60173"/>
                <a:gd name="csY0" fmla="*/ 1202871 h 2558141"/>
                <a:gd name="csX1" fmla="*/ 438150 w 2460173"/>
                <a:gd name="csY1" fmla="*/ 0 h 2558141"/>
                <a:gd name="csX2" fmla="*/ 1641021 w 2460173"/>
                <a:gd name="csY2" fmla="*/ 870858 h 2558141"/>
                <a:gd name="csX3" fmla="*/ 2460173 w 2460173"/>
                <a:gd name="csY3" fmla="*/ 2106386 h 2558141"/>
                <a:gd name="csX4" fmla="*/ 1445079 w 2460173"/>
                <a:gd name="csY4" fmla="*/ 2558141 h 2558141"/>
                <a:gd name="csX5" fmla="*/ 111578 w 2460173"/>
                <a:gd name="csY5" fmla="*/ 2438399 h 2558141"/>
                <a:gd name="csX6" fmla="*/ 0 w 2460173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11578 w 2449288"/>
                <a:gd name="csY5" fmla="*/ 2438399 h 2558141"/>
                <a:gd name="csX6" fmla="*/ 0 w 2449288"/>
                <a:gd name="csY6" fmla="*/ 1202871 h 2558141"/>
                <a:gd name="csX0" fmla="*/ 0 w 2449288"/>
                <a:gd name="csY0" fmla="*/ 1202871 h 2558141"/>
                <a:gd name="csX1" fmla="*/ 438150 w 2449288"/>
                <a:gd name="csY1" fmla="*/ 0 h 2558141"/>
                <a:gd name="csX2" fmla="*/ 1641021 w 2449288"/>
                <a:gd name="csY2" fmla="*/ 870858 h 2558141"/>
                <a:gd name="csX3" fmla="*/ 2449288 w 2449288"/>
                <a:gd name="csY3" fmla="*/ 2095500 h 2558141"/>
                <a:gd name="csX4" fmla="*/ 1445079 w 2449288"/>
                <a:gd name="csY4" fmla="*/ 2558141 h 2558141"/>
                <a:gd name="csX5" fmla="*/ 155121 w 2449288"/>
                <a:gd name="csY5" fmla="*/ 2394856 h 2558141"/>
                <a:gd name="csX6" fmla="*/ 0 w 2449288"/>
                <a:gd name="csY6" fmla="*/ 1202871 h 2558141"/>
                <a:gd name="csX0" fmla="*/ 0 w 2431358"/>
                <a:gd name="csY0" fmla="*/ 1107248 h 2558141"/>
                <a:gd name="csX1" fmla="*/ 420220 w 2431358"/>
                <a:gd name="csY1" fmla="*/ 0 h 2558141"/>
                <a:gd name="csX2" fmla="*/ 1623091 w 2431358"/>
                <a:gd name="csY2" fmla="*/ 870858 h 2558141"/>
                <a:gd name="csX3" fmla="*/ 2431358 w 2431358"/>
                <a:gd name="csY3" fmla="*/ 2095500 h 2558141"/>
                <a:gd name="csX4" fmla="*/ 1427149 w 2431358"/>
                <a:gd name="csY4" fmla="*/ 2558141 h 2558141"/>
                <a:gd name="csX5" fmla="*/ 137191 w 2431358"/>
                <a:gd name="csY5" fmla="*/ 2394856 h 2558141"/>
                <a:gd name="csX6" fmla="*/ 0 w 2431358"/>
                <a:gd name="csY6" fmla="*/ 1107248 h 2558141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7191 w 2431358"/>
                <a:gd name="csY5" fmla="*/ 2347044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07308 w 2431358"/>
                <a:gd name="csY5" fmla="*/ 2239467 h 2510329"/>
                <a:gd name="csX6" fmla="*/ 0 w 2431358"/>
                <a:gd name="csY6" fmla="*/ 1059436 h 2510329"/>
                <a:gd name="csX0" fmla="*/ 0 w 2431358"/>
                <a:gd name="csY0" fmla="*/ 1059436 h 2510329"/>
                <a:gd name="csX1" fmla="*/ 432173 w 2431358"/>
                <a:gd name="csY1" fmla="*/ 0 h 2510329"/>
                <a:gd name="csX2" fmla="*/ 1623091 w 2431358"/>
                <a:gd name="csY2" fmla="*/ 823046 h 2510329"/>
                <a:gd name="csX3" fmla="*/ 2431358 w 2431358"/>
                <a:gd name="csY3" fmla="*/ 2047688 h 2510329"/>
                <a:gd name="csX4" fmla="*/ 1427149 w 2431358"/>
                <a:gd name="csY4" fmla="*/ 2510329 h 2510329"/>
                <a:gd name="csX5" fmla="*/ 131214 w 2431358"/>
                <a:gd name="csY5" fmla="*/ 2251420 h 2510329"/>
                <a:gd name="csX6" fmla="*/ 0 w 2431358"/>
                <a:gd name="csY6" fmla="*/ 1059436 h 2510329"/>
                <a:gd name="csX0" fmla="*/ 0 w 2431358"/>
                <a:gd name="csY0" fmla="*/ 1482524 h 2933417"/>
                <a:gd name="csX1" fmla="*/ 432173 w 2431358"/>
                <a:gd name="csY1" fmla="*/ 423088 h 2933417"/>
                <a:gd name="csX2" fmla="*/ 269704 w 2431358"/>
                <a:gd name="csY2" fmla="*/ 233 h 2933417"/>
                <a:gd name="csX3" fmla="*/ 1623091 w 2431358"/>
                <a:gd name="csY3" fmla="*/ 1246134 h 2933417"/>
                <a:gd name="csX4" fmla="*/ 2431358 w 2431358"/>
                <a:gd name="csY4" fmla="*/ 2470776 h 2933417"/>
                <a:gd name="csX5" fmla="*/ 1427149 w 2431358"/>
                <a:gd name="csY5" fmla="*/ 2933417 h 2933417"/>
                <a:gd name="csX6" fmla="*/ 131214 w 2431358"/>
                <a:gd name="csY6" fmla="*/ 2674508 h 2933417"/>
                <a:gd name="csX7" fmla="*/ 0 w 2431358"/>
                <a:gd name="csY7" fmla="*/ 1482524 h 2933417"/>
                <a:gd name="csX0" fmla="*/ 0 w 2431358"/>
                <a:gd name="csY0" fmla="*/ 1482448 h 2933341"/>
                <a:gd name="csX1" fmla="*/ 155726 w 2431358"/>
                <a:gd name="csY1" fmla="*/ 646939 h 2933341"/>
                <a:gd name="csX2" fmla="*/ 269704 w 2431358"/>
                <a:gd name="csY2" fmla="*/ 157 h 2933341"/>
                <a:gd name="csX3" fmla="*/ 1623091 w 2431358"/>
                <a:gd name="csY3" fmla="*/ 1246058 h 2933341"/>
                <a:gd name="csX4" fmla="*/ 2431358 w 2431358"/>
                <a:gd name="csY4" fmla="*/ 2470700 h 2933341"/>
                <a:gd name="csX5" fmla="*/ 1427149 w 2431358"/>
                <a:gd name="csY5" fmla="*/ 2933341 h 2933341"/>
                <a:gd name="csX6" fmla="*/ 131214 w 2431358"/>
                <a:gd name="csY6" fmla="*/ 2674432 h 2933341"/>
                <a:gd name="csX7" fmla="*/ 0 w 2431358"/>
                <a:gd name="csY7" fmla="*/ 1482448 h 2933341"/>
                <a:gd name="csX0" fmla="*/ 0 w 2431358"/>
                <a:gd name="csY0" fmla="*/ 1482291 h 2933184"/>
                <a:gd name="csX1" fmla="*/ 269704 w 2431358"/>
                <a:gd name="csY1" fmla="*/ 0 h 2933184"/>
                <a:gd name="csX2" fmla="*/ 1623091 w 2431358"/>
                <a:gd name="csY2" fmla="*/ 1245901 h 2933184"/>
                <a:gd name="csX3" fmla="*/ 2431358 w 2431358"/>
                <a:gd name="csY3" fmla="*/ 2470543 h 2933184"/>
                <a:gd name="csX4" fmla="*/ 1427149 w 2431358"/>
                <a:gd name="csY4" fmla="*/ 2933184 h 2933184"/>
                <a:gd name="csX5" fmla="*/ 131214 w 2431358"/>
                <a:gd name="csY5" fmla="*/ 2674275 h 2933184"/>
                <a:gd name="csX6" fmla="*/ 0 w 2431358"/>
                <a:gd name="csY6" fmla="*/ 1482291 h 29331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31358" h="2933184">
                  <a:moveTo>
                    <a:pt x="0" y="1482291"/>
                  </a:moveTo>
                  <a:lnTo>
                    <a:pt x="269704" y="0"/>
                  </a:lnTo>
                  <a:lnTo>
                    <a:pt x="1623091" y="1245901"/>
                  </a:lnTo>
                  <a:lnTo>
                    <a:pt x="2431358" y="2470543"/>
                  </a:lnTo>
                  <a:lnTo>
                    <a:pt x="1427149" y="2933184"/>
                  </a:lnTo>
                  <a:lnTo>
                    <a:pt x="131214" y="2674275"/>
                  </a:lnTo>
                  <a:lnTo>
                    <a:pt x="0" y="1482291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B9639BB0-EDE9-96F9-35B5-826B7FBDF166}"/>
              </a:ext>
            </a:extLst>
          </p:cNvPr>
          <p:cNvSpPr/>
          <p:nvPr/>
        </p:nvSpPr>
        <p:spPr>
          <a:xfrm>
            <a:off x="8451456" y="3265074"/>
            <a:ext cx="151050" cy="1510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5DCEAA-A5A3-A6AC-1067-E2ED522FFB93}"/>
                  </a:ext>
                </a:extLst>
              </p:cNvPr>
              <p:cNvSpPr txBox="1"/>
              <p:nvPr/>
            </p:nvSpPr>
            <p:spPr>
              <a:xfrm>
                <a:off x="6972462" y="2135485"/>
                <a:ext cx="854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5DCEAA-A5A3-A6AC-1067-E2ED522FF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62" y="2135485"/>
                <a:ext cx="85444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9272321-BF8C-6708-83C7-E9DF1BF5C236}"/>
                  </a:ext>
                </a:extLst>
              </p:cNvPr>
              <p:cNvSpPr txBox="1"/>
              <p:nvPr/>
            </p:nvSpPr>
            <p:spPr>
              <a:xfrm>
                <a:off x="6678473" y="5998225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9272321-BF8C-6708-83C7-E9DF1BF5C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473" y="5998225"/>
                <a:ext cx="85444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6104ED8-36F0-A000-5DDD-0CBA2A7B6BAD}"/>
                  </a:ext>
                </a:extLst>
              </p:cNvPr>
              <p:cNvSpPr txBox="1"/>
              <p:nvPr/>
            </p:nvSpPr>
            <p:spPr>
              <a:xfrm>
                <a:off x="9197735" y="5322078"/>
                <a:ext cx="8544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6104ED8-36F0-A000-5DDD-0CBA2A7B6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735" y="5322078"/>
                <a:ext cx="854444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E95431-7F79-7461-FFAC-874170A4D0E3}"/>
                  </a:ext>
                </a:extLst>
              </p:cNvPr>
              <p:cNvSpPr txBox="1"/>
              <p:nvPr/>
            </p:nvSpPr>
            <p:spPr>
              <a:xfrm rot="18823951">
                <a:off x="9618646" y="2613457"/>
                <a:ext cx="710232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E95431-7F79-7461-FFAC-874170A4D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3951">
                <a:off x="9618646" y="2613457"/>
                <a:ext cx="710232" cy="4277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A6BDF2-8F18-F2C7-580C-5365077F9D6A}"/>
              </a:ext>
            </a:extLst>
          </p:cNvPr>
          <p:cNvCxnSpPr/>
          <p:nvPr/>
        </p:nvCxnSpPr>
        <p:spPr>
          <a:xfrm flipH="1" flipV="1">
            <a:off x="8588291" y="3414016"/>
            <a:ext cx="497486" cy="50780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A6F74B1-2AA6-2479-F795-BD9AE47FCAA6}"/>
                  </a:ext>
                </a:extLst>
              </p:cNvPr>
              <p:cNvSpPr txBox="1"/>
              <p:nvPr/>
            </p:nvSpPr>
            <p:spPr>
              <a:xfrm rot="18823951">
                <a:off x="8068157" y="3735283"/>
                <a:ext cx="710232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A6F74B1-2AA6-2479-F795-BD9AE47FC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23951">
                <a:off x="8068157" y="3735283"/>
                <a:ext cx="710232" cy="427746"/>
              </a:xfrm>
              <a:prstGeom prst="rect">
                <a:avLst/>
              </a:prstGeom>
              <a:blipFill>
                <a:blip r:embed="rId11"/>
                <a:stretch>
                  <a:fillRect r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A2993CE-E57E-402D-8863-35D703E171E4}"/>
              </a:ext>
            </a:extLst>
          </p:cNvPr>
          <p:cNvSpPr txBox="1"/>
          <p:nvPr/>
        </p:nvSpPr>
        <p:spPr>
          <a:xfrm>
            <a:off x="3757988" y="1401687"/>
            <a:ext cx="1059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isotropic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20548E-AF8B-3405-96D2-CEA03C410A7D}"/>
              </a:ext>
            </a:extLst>
          </p:cNvPr>
          <p:cNvSpPr txBox="1"/>
          <p:nvPr/>
        </p:nvSpPr>
        <p:spPr>
          <a:xfrm>
            <a:off x="7763332" y="1543322"/>
            <a:ext cx="1310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anisotropic</a:t>
            </a:r>
          </a:p>
        </p:txBody>
      </p:sp>
    </p:spTree>
    <p:extLst>
      <p:ext uri="{BB962C8B-B14F-4D97-AF65-F5344CB8AC3E}">
        <p14:creationId xmlns:p14="http://schemas.microsoft.com/office/powerpoint/2010/main" val="412346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DC56638-0B47-D3B1-B311-D5B6DF927A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302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2903CC-E643-1144-082D-C2B8D65E3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33" y="381242"/>
            <a:ext cx="4532581" cy="3059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2CA96B-CE5D-2987-E32D-51822E7C2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1" y="3429000"/>
            <a:ext cx="4527205" cy="27426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A83BCB-10EA-617F-120F-08A6AA953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13" y="1738962"/>
            <a:ext cx="2149052" cy="2852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E19382-CA22-63B9-1275-C7BBD8F27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422" y="1738962"/>
            <a:ext cx="4695359" cy="28520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386A16-FA98-D27C-A1E5-529B1458E88A}"/>
              </a:ext>
            </a:extLst>
          </p:cNvPr>
          <p:cNvSpPr txBox="1"/>
          <p:nvPr/>
        </p:nvSpPr>
        <p:spPr>
          <a:xfrm>
            <a:off x="1892596" y="0"/>
            <a:ext cx="8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48C3F-991A-96B4-955A-AEEDA42BBD81}"/>
              </a:ext>
            </a:extLst>
          </p:cNvPr>
          <p:cNvSpPr txBox="1"/>
          <p:nvPr/>
        </p:nvSpPr>
        <p:spPr>
          <a:xfrm>
            <a:off x="9282425" y="1290083"/>
            <a:ext cx="1001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1A298-AD22-FD1C-B5D8-DA61C9E9CF8C}"/>
              </a:ext>
            </a:extLst>
          </p:cNvPr>
          <p:cNvSpPr txBox="1"/>
          <p:nvPr/>
        </p:nvSpPr>
        <p:spPr>
          <a:xfrm>
            <a:off x="5093482" y="4800336"/>
            <a:ext cx="2005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Helper Functions </a:t>
            </a:r>
          </a:p>
          <a:p>
            <a:r>
              <a:rPr lang="en-US" dirty="0">
                <a:solidFill>
                  <a:schemeClr val="bg1"/>
                </a:solidFill>
              </a:rPr>
              <a:t>(Described Below)</a:t>
            </a:r>
          </a:p>
        </p:txBody>
      </p:sp>
    </p:spTree>
    <p:extLst>
      <p:ext uri="{BB962C8B-B14F-4D97-AF65-F5344CB8AC3E}">
        <p14:creationId xmlns:p14="http://schemas.microsoft.com/office/powerpoint/2010/main" val="233029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D91A52-E994-238D-0273-DD875313C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0" y="268197"/>
            <a:ext cx="5871410" cy="23434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47E6B6-D40A-A80A-533A-A74287DE5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24" y="3831104"/>
            <a:ext cx="6614361" cy="27586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5CC79D-3D63-9A7A-9EAF-7DE03474E4BD}"/>
              </a:ext>
            </a:extLst>
          </p:cNvPr>
          <p:cNvSpPr txBox="1"/>
          <p:nvPr/>
        </p:nvSpPr>
        <p:spPr>
          <a:xfrm>
            <a:off x="7014411" y="469232"/>
            <a:ext cx="44877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consider a material with cracks of N orientation and fibers of M orientation. If N or M move, their new orientations will be n and m, respectively. </a:t>
            </a:r>
            <a:r>
              <a:rPr lang="en-US" dirty="0" err="1"/>
              <a:t>n~m</a:t>
            </a:r>
            <a:r>
              <a:rPr lang="en-US" dirty="0"/>
              <a:t> for small distortions.</a:t>
            </a:r>
          </a:p>
          <a:p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D10F4E-B85E-A556-9335-BB8A5F14FB15}"/>
                  </a:ext>
                </a:extLst>
              </p:cNvPr>
              <p:cNvSpPr txBox="1"/>
              <p:nvPr/>
            </p:nvSpPr>
            <p:spPr>
              <a:xfrm>
                <a:off x="7014411" y="3429000"/>
                <a:ext cx="448777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Now consider a second-order projector, P, and it’s dual projector Q, defined by dyads between m and n. Projectors P and Q can be used to decompose a vector (v) into parts in the direction of m and parts in the plane whose normal is parallel to n. </a:t>
                </a:r>
              </a:p>
              <a:p>
                <a:r>
                  <a:rPr lang="en-US" dirty="0"/>
                  <a:t>The projection P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dirty="0"/>
                  <a:t> v is parallel to m while the projection Q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dirty="0"/>
                  <a:t> v is in the plan defined by n.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D10F4E-B85E-A556-9335-BB8A5F14F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411" y="3429000"/>
                <a:ext cx="4487778" cy="2308324"/>
              </a:xfrm>
              <a:prstGeom prst="rect">
                <a:avLst/>
              </a:prstGeom>
              <a:blipFill>
                <a:blip r:embed="rId4"/>
                <a:stretch>
                  <a:fillRect l="-1130" t="-1648" r="-1130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72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3A3064-0AFB-39B8-6D38-1187A3213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0" y="0"/>
            <a:ext cx="4165600" cy="2705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F0E6B6-CEE4-2C8D-A51D-FA0D7CF04047}"/>
              </a:ext>
            </a:extLst>
          </p:cNvPr>
          <p:cNvSpPr txBox="1"/>
          <p:nvPr/>
        </p:nvSpPr>
        <p:spPr>
          <a:xfrm>
            <a:off x="7014411" y="3429000"/>
            <a:ext cx="4487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second-order tensor, A, can be decomposed into parts in the direction of m and in the plane, n, through five operators (B1 through B5) constructed with P and Q.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6D40AE-B635-7E48-9D81-CCD05DC9D611}"/>
                  </a:ext>
                </a:extLst>
              </p:cNvPr>
              <p:cNvSpPr txBox="1"/>
              <p:nvPr/>
            </p:nvSpPr>
            <p:spPr>
              <a:xfrm>
                <a:off x="6805304" y="551120"/>
                <a:ext cx="448777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Assuming a base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m and it’s dual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 actions of P and Q on any vector are.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6D40AE-B635-7E48-9D81-CCD05DC9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304" y="551120"/>
                <a:ext cx="4487778" cy="923330"/>
              </a:xfrm>
              <a:prstGeom prst="rect">
                <a:avLst/>
              </a:prstGeom>
              <a:blipFill>
                <a:blip r:embed="rId3"/>
                <a:stretch>
                  <a:fillRect l="-1127" t="-2703" r="-1690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CE8AC90-23CF-4D31-F2D6-073408454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21" y="2705100"/>
            <a:ext cx="4774733" cy="38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3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9497EF-9788-AB93-F7B3-6E1EE5ACAB78}"/>
              </a:ext>
            </a:extLst>
          </p:cNvPr>
          <p:cNvSpPr txBox="1"/>
          <p:nvPr/>
        </p:nvSpPr>
        <p:spPr>
          <a:xfrm>
            <a:off x="6993146" y="505047"/>
            <a:ext cx="448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five operators are the basis for five fourth-order tensors, B1 through B5.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4BD3A-363D-3F89-6A90-B21DB511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681"/>
          <a:stretch>
            <a:fillRect/>
          </a:stretch>
        </p:blipFill>
        <p:spPr>
          <a:xfrm>
            <a:off x="0" y="236015"/>
            <a:ext cx="3056021" cy="30686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8C98A-1321-AC93-EC1B-1E14DB04C062}"/>
              </a:ext>
            </a:extLst>
          </p:cNvPr>
          <p:cNvSpPr txBox="1"/>
          <p:nvPr/>
        </p:nvSpPr>
        <p:spPr>
          <a:xfrm>
            <a:off x="4359349" y="2936633"/>
            <a:ext cx="70205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transverse isotropic functions, the goal is to deduce the laboratory</a:t>
            </a:r>
          </a:p>
          <a:p>
            <a:r>
              <a:rPr lang="en-US" dirty="0"/>
              <a:t>Laboratory components of transversely-isotropic (TI)  tensors without having to perform</a:t>
            </a:r>
          </a:p>
          <a:p>
            <a:r>
              <a:rPr lang="en-US" dirty="0"/>
              <a:t>a coordinate transformation between the material basis and the laboratory basis.</a:t>
            </a:r>
          </a:p>
          <a:p>
            <a:endParaRPr lang="en-US" dirty="0"/>
          </a:p>
          <a:p>
            <a:r>
              <a:rPr lang="en-US" dirty="0"/>
              <a:t>A symmetric second-order tensor C is transversely isotropic if </a:t>
            </a:r>
            <a:r>
              <a:rPr lang="en-US" dirty="0" err="1"/>
              <a:t>RpiRqCij</a:t>
            </a:r>
            <a:r>
              <a:rPr lang="en-US" dirty="0"/>
              <a:t> = </a:t>
            </a:r>
            <a:r>
              <a:rPr lang="en-US" dirty="0" err="1"/>
              <a:t>Cpq</a:t>
            </a:r>
            <a:endParaRPr lang="en-US" dirty="0"/>
          </a:p>
          <a:p>
            <a:r>
              <a:rPr lang="en-US" dirty="0"/>
              <a:t>for any rotation R about a material axis of symmetry N. The material matrix of</a:t>
            </a:r>
          </a:p>
          <a:p>
            <a:r>
              <a:rPr lang="en-US" dirty="0"/>
              <a:t>such a tensor must be of the form of to the left, where </a:t>
            </a:r>
            <a:r>
              <a:rPr lang="en-US" dirty="0" err="1"/>
              <a:t>cq</a:t>
            </a:r>
            <a:r>
              <a:rPr lang="en-US" dirty="0"/>
              <a:t> and cp are scalars. Due to the ease of use, the algebraic expressions are typically implemented rather than the tensor form.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1DCF71-195A-14ED-37F7-5A5A713B9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25" y="3429000"/>
            <a:ext cx="3200400" cy="163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495139-42C8-774F-7875-31FA531D5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7300"/>
            <a:ext cx="42799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8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6235CB-21D1-1484-8467-C5A1B4853C13}"/>
              </a:ext>
            </a:extLst>
          </p:cNvPr>
          <p:cNvSpPr txBox="1"/>
          <p:nvPr/>
        </p:nvSpPr>
        <p:spPr>
          <a:xfrm>
            <a:off x="5324253" y="351174"/>
            <a:ext cx="6364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 from (4.2a) P and Q may be interpreted as second-order base tensors for the two-dimensional space of second-order tensors that are transversely isotropic about 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F25CCD-D5F9-5F64-48B0-483F5BF0B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33" y="241238"/>
            <a:ext cx="4279900" cy="92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FFC73D-02F6-D2EA-E5C3-161733642D94}"/>
              </a:ext>
            </a:extLst>
          </p:cNvPr>
          <p:cNvSpPr txBox="1"/>
          <p:nvPr/>
        </p:nvSpPr>
        <p:spPr>
          <a:xfrm>
            <a:off x="5452590" y="1802985"/>
            <a:ext cx="6364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consider a fourth-order tensor H, that is double-symmetric if it’s cartesian components satisfy </a:t>
            </a:r>
            <a:r>
              <a:rPr lang="en-US" dirty="0" err="1"/>
              <a:t>Hijk</a:t>
            </a:r>
            <a:r>
              <a:rPr lang="en-US" dirty="0"/>
              <a:t> = Hjikl = </a:t>
            </a:r>
            <a:r>
              <a:rPr lang="en-US" dirty="0" err="1"/>
              <a:t>Hijlk</a:t>
            </a:r>
            <a:r>
              <a:rPr lang="en-US" dirty="0"/>
              <a:t> = </a:t>
            </a:r>
            <a:r>
              <a:rPr lang="en-US" dirty="0" err="1"/>
              <a:t>Hklij</a:t>
            </a:r>
            <a:r>
              <a:rPr lang="en-US" dirty="0"/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B9FED-13A5-D92C-8CEA-AFE0F6EE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0985"/>
            <a:ext cx="5108137" cy="1952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0ACCFB-8653-5A1D-3384-89D11AFBB33D}"/>
              </a:ext>
            </a:extLst>
          </p:cNvPr>
          <p:cNvSpPr txBox="1"/>
          <p:nvPr/>
        </p:nvSpPr>
        <p:spPr>
          <a:xfrm>
            <a:off x="5594358" y="3762354"/>
            <a:ext cx="6364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material Voigt components of a TI tensor are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CB0677-F8F4-4616-13E9-6D739E9E68B5}"/>
              </a:ext>
            </a:extLst>
          </p:cNvPr>
          <p:cNvSpPr txBox="1"/>
          <p:nvPr/>
        </p:nvSpPr>
        <p:spPr>
          <a:xfrm>
            <a:off x="2945219" y="5860495"/>
            <a:ext cx="7635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solving problems involving transverse symmetry, a typical approach is</a:t>
            </a:r>
          </a:p>
          <a:p>
            <a:r>
              <a:rPr lang="en-US" dirty="0"/>
              <a:t>to simply set up a coordinate system aligned with the material directions.</a:t>
            </a:r>
          </a:p>
        </p:txBody>
      </p:sp>
    </p:spTree>
    <p:extLst>
      <p:ext uri="{BB962C8B-B14F-4D97-AF65-F5344CB8AC3E}">
        <p14:creationId xmlns:p14="http://schemas.microsoft.com/office/powerpoint/2010/main" val="374656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51C866-323F-6372-996C-119C4ADE4D04}"/>
              </a:ext>
            </a:extLst>
          </p:cNvPr>
          <p:cNvSpPr txBox="1"/>
          <p:nvPr/>
        </p:nvSpPr>
        <p:spPr>
          <a:xfrm>
            <a:off x="1011323" y="382773"/>
            <a:ext cx="1118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later facilitate integration of a function of a transversely isotropic tensor, we seek a direct representation of(4.3). This goal is similar in spirit to our producing (4.2) as a useful direct representation of(4.1).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3B6C9-0B5E-4426-B4A8-5AF56E802448}"/>
              </a:ext>
            </a:extLst>
          </p:cNvPr>
          <p:cNvSpPr txBox="1"/>
          <p:nvPr/>
        </p:nvSpPr>
        <p:spPr>
          <a:xfrm>
            <a:off x="754912" y="1935125"/>
            <a:ext cx="108133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as P and Q were recognized as a direct basis for second-order transverse</a:t>
            </a:r>
          </a:p>
          <a:p>
            <a:r>
              <a:rPr lang="en-US" dirty="0"/>
              <a:t>tensors, we now identify give fourth-order base tensors {B1,...,B5} that span the</a:t>
            </a:r>
          </a:p>
          <a:p>
            <a:r>
              <a:rPr lang="en-US" dirty="0"/>
              <a:t>space of all double-symmetric fourth-order tensors that are transversely isotropic</a:t>
            </a:r>
          </a:p>
          <a:p>
            <a:r>
              <a:rPr lang="en-US" dirty="0"/>
              <a:t>with respect to a particular material vector N.</a:t>
            </a:r>
          </a:p>
          <a:p>
            <a:endParaRPr lang="en-US" dirty="0"/>
          </a:p>
          <a:p>
            <a:r>
              <a:rPr lang="en-US" dirty="0"/>
              <a:t>Because any linear combination of this space’s members is itself a member, there exists a basis {B1…B5} where, for any tensor H, there are scalars {h1…h5}.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1A8AF-1C68-E598-5617-E14C5EB22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72" y="4051885"/>
            <a:ext cx="7772400" cy="96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2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D97EAF-7146-8EC2-834D-7844692CA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5" y="1886367"/>
            <a:ext cx="4637826" cy="2120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EAED16-0C5D-BF17-2F43-3EB381BA55DC}"/>
              </a:ext>
            </a:extLst>
          </p:cNvPr>
          <p:cNvSpPr txBox="1"/>
          <p:nvPr/>
        </p:nvSpPr>
        <p:spPr>
          <a:xfrm>
            <a:off x="2475847" y="787937"/>
            <a:ext cx="610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Applying minor symmetry to the five tensors in (3.4) gives just such a basis:</a:t>
            </a:r>
          </a:p>
        </p:txBody>
      </p:sp>
    </p:spTree>
    <p:extLst>
      <p:ext uri="{BB962C8B-B14F-4D97-AF65-F5344CB8AC3E}">
        <p14:creationId xmlns:p14="http://schemas.microsoft.com/office/powerpoint/2010/main" val="52999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10713</TotalTime>
  <Words>704</Words>
  <Application>Microsoft Macintosh PowerPoint</Application>
  <PresentationFormat>Widescreen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Malenda, Margariete</dc:creator>
  <cp:keywords/>
  <dc:description/>
  <cp:lastModifiedBy>Malenda, Margariete</cp:lastModifiedBy>
  <cp:revision>7</cp:revision>
  <dcterms:created xsi:type="dcterms:W3CDTF">2025-12-17T02:10:25Z</dcterms:created>
  <dcterms:modified xsi:type="dcterms:W3CDTF">2025-12-29T16:38:12Z</dcterms:modified>
  <cp:category/>
</cp:coreProperties>
</file>